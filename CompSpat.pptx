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1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87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545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611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215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5144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57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4414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936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96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4812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2403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214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3223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7753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888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058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5F59A-CAE1-4372-824A-1158045F493C}" type="datetimeFigureOut">
              <a:rPr lang="de-DE" smtClean="0"/>
              <a:t>07.07.2023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ABE09D-940E-4219-BC42-D5024595DD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83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A4BE1A-886A-2CCA-C894-9C9B571F42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Cover </a:t>
            </a:r>
            <a:r>
              <a:rPr lang="de-DE" dirty="0" err="1"/>
              <a:t>pls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DF365-DA2F-D56A-B4AF-7E7A3629C2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8407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A80FF1-3F67-50F2-5204-8609358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de-DE" dirty="0"/>
              <a:t>James Joyce - Ulysses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FCFE3D-4D16-32FB-5218-7C4E7197D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5802794" cy="388077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Publish 1922 in Paris</a:t>
            </a:r>
          </a:p>
          <a:p>
            <a:r>
              <a:rPr lang="en-US" sz="2400" dirty="0"/>
              <a:t>A school essay escalated</a:t>
            </a:r>
          </a:p>
          <a:p>
            <a:r>
              <a:rPr lang="en-US" sz="2400" dirty="0"/>
              <a:t>Based on Homers Odyssey</a:t>
            </a:r>
          </a:p>
          <a:p>
            <a:r>
              <a:rPr lang="en-US" sz="2400" dirty="0"/>
              <a:t>Illustrates the ordinary day of Leopold Bloom with parallels to the chapters and events of Odyssey</a:t>
            </a:r>
          </a:p>
          <a:p>
            <a:r>
              <a:rPr lang="en-US" sz="2400" dirty="0"/>
              <a:t>Includes themes of </a:t>
            </a:r>
            <a:r>
              <a:rPr lang="en-US" sz="2400" dirty="0" err="1"/>
              <a:t>irish</a:t>
            </a:r>
            <a:r>
              <a:rPr lang="en-US" sz="2400" dirty="0"/>
              <a:t> identity and nationalism, religion, fate vs. free will, love and sex, alienation and belonging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endParaRPr lang="de-DE" sz="2400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045C549-A6C4-B0B3-8248-241D716BA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072" y="302121"/>
            <a:ext cx="5011358" cy="6253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60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58" name="Straight Connector 2057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0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1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2" name="Isosceles Triangle 2061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3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4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5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6" name="Isosceles Triangle 2065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7" name="Isosceles Triangle 2066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069" name="Rectangle 2068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1" name="Group 2070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73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74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75" name="Isosceles Triangle 2074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76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77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78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79" name="Isosceles Triangle 2078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80" name="Isosceles Triangle 2079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James Joyce quote: I've put in so many enigmas and puzzles that it...">
            <a:extLst>
              <a:ext uri="{FF2B5EF4-FFF2-40B4-BE49-F238E27FC236}">
                <a16:creationId xmlns:a16="http://schemas.microsoft.com/office/drawing/2014/main" id="{94F8F676-6712-F3DF-DC98-4C9E00BAE9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3549" y="1131994"/>
            <a:ext cx="9766778" cy="459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89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1" name="Isosceles Triangle 41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A80FF1-3F67-50F2-5204-8609358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The Joyce Project</a:t>
            </a:r>
          </a:p>
        </p:txBody>
      </p:sp>
      <p:sp>
        <p:nvSpPr>
          <p:cNvPr id="4104" name="Content Placeholder 4103">
            <a:extLst>
              <a:ext uri="{FF2B5EF4-FFF2-40B4-BE49-F238E27FC236}">
                <a16:creationId xmlns:a16="http://schemas.microsoft.com/office/drawing/2014/main" id="{C68F13E3-750D-9C99-EA29-B9EA29436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Website with annotated Ulysses chapters</a:t>
            </a:r>
          </a:p>
          <a:p>
            <a:r>
              <a:rPr lang="en-US" dirty="0">
                <a:solidFill>
                  <a:schemeClr val="bg1"/>
                </a:solidFill>
              </a:rPr>
              <a:t>Links to further information and resources </a:t>
            </a:r>
          </a:p>
          <a:p>
            <a:r>
              <a:rPr lang="en-US" dirty="0">
                <a:solidFill>
                  <a:schemeClr val="bg1"/>
                </a:solidFill>
              </a:rPr>
              <a:t>NAME</a:t>
            </a:r>
          </a:p>
          <a:p>
            <a:r>
              <a:rPr lang="en-US" dirty="0">
                <a:solidFill>
                  <a:schemeClr val="bg1"/>
                </a:solidFill>
              </a:rPr>
              <a:t> WEBSITE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Folie </a:t>
            </a:r>
            <a:r>
              <a:rPr lang="en-US" dirty="0" err="1">
                <a:solidFill>
                  <a:schemeClr val="bg1"/>
                </a:solidFill>
              </a:rPr>
              <a:t>ändern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2476015-06E2-1DBD-5B77-2CCC3CDC3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35667" y="651587"/>
            <a:ext cx="4152232" cy="55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3" name="Isosceles Triangle 41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0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James-Joyce-Turm">
            <a:extLst>
              <a:ext uri="{FF2B5EF4-FFF2-40B4-BE49-F238E27FC236}">
                <a16:creationId xmlns:a16="http://schemas.microsoft.com/office/drawing/2014/main" id="{A2AF14A2-E86B-2959-24BA-79C3D16CD7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4A80FF1-3F67-50F2-5204-8609358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de-DE" dirty="0"/>
              <a:t>Dublin Deep </a:t>
            </a: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Ulysses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FCFE3D-4D16-32FB-5218-7C4E7197D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Deep </a:t>
            </a:r>
            <a:r>
              <a:rPr lang="de-DE" dirty="0" err="1">
                <a:solidFill>
                  <a:srgbClr val="FFFFFF"/>
                </a:solidFill>
              </a:rPr>
              <a:t>Map</a:t>
            </a:r>
            <a:endParaRPr lang="de-DE" dirty="0">
              <a:solidFill>
                <a:srgbClr val="FFFFFF"/>
              </a:solidFill>
            </a:endParaRPr>
          </a:p>
          <a:p>
            <a:r>
              <a:rPr lang="de-DE" dirty="0">
                <a:solidFill>
                  <a:srgbClr val="FFFFFF"/>
                </a:solidFill>
              </a:rPr>
              <a:t>Focus on </a:t>
            </a:r>
            <a:r>
              <a:rPr lang="en-US" dirty="0">
                <a:solidFill>
                  <a:srgbClr val="FFFFFF"/>
                </a:solidFill>
              </a:rPr>
              <a:t>of </a:t>
            </a:r>
            <a:r>
              <a:rPr lang="en-US" dirty="0" err="1">
                <a:solidFill>
                  <a:srgbClr val="FFFFFF"/>
                </a:solidFill>
              </a:rPr>
              <a:t>irish</a:t>
            </a:r>
            <a:r>
              <a:rPr lang="en-US" dirty="0">
                <a:solidFill>
                  <a:srgbClr val="FFFFFF"/>
                </a:solidFill>
              </a:rPr>
              <a:t> identity and nationalism</a:t>
            </a:r>
          </a:p>
          <a:p>
            <a:r>
              <a:rPr lang="de-DE" dirty="0">
                <a:solidFill>
                  <a:srgbClr val="FFFFFF"/>
                </a:solidFill>
              </a:rPr>
              <a:t>Points </a:t>
            </a:r>
            <a:r>
              <a:rPr lang="de-DE" dirty="0" err="1">
                <a:solidFill>
                  <a:srgbClr val="FFFFFF"/>
                </a:solidFill>
              </a:rPr>
              <a:t>of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interest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through</a:t>
            </a:r>
            <a:r>
              <a:rPr lang="de-DE" dirty="0">
                <a:solidFill>
                  <a:srgbClr val="FFFFFF"/>
                </a:solidFill>
              </a:rPr>
              <a:t> time</a:t>
            </a:r>
          </a:p>
          <a:p>
            <a:pPr lvl="1"/>
            <a:r>
              <a:rPr lang="de-DE" dirty="0">
                <a:solidFill>
                  <a:srgbClr val="FFFFFF"/>
                </a:solidFill>
              </a:rPr>
              <a:t>1883: </a:t>
            </a:r>
            <a:r>
              <a:rPr lang="de-DE" dirty="0" err="1">
                <a:solidFill>
                  <a:srgbClr val="FFFFFF"/>
                </a:solidFill>
              </a:rPr>
              <a:t>historical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relevance</a:t>
            </a:r>
            <a:endParaRPr lang="de-DE" dirty="0">
              <a:solidFill>
                <a:srgbClr val="FFFFFF"/>
              </a:solidFill>
            </a:endParaRPr>
          </a:p>
          <a:p>
            <a:pPr lvl="1"/>
            <a:r>
              <a:rPr lang="de-DE" dirty="0">
                <a:solidFill>
                  <a:srgbClr val="FFFFFF"/>
                </a:solidFill>
              </a:rPr>
              <a:t>1907: </a:t>
            </a:r>
            <a:r>
              <a:rPr lang="de-DE" dirty="0" err="1">
                <a:solidFill>
                  <a:srgbClr val="FFFFFF"/>
                </a:solidFill>
              </a:rPr>
              <a:t>setting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of</a:t>
            </a:r>
            <a:r>
              <a:rPr lang="de-DE" dirty="0">
                <a:solidFill>
                  <a:srgbClr val="FFFFFF"/>
                </a:solidFill>
              </a:rPr>
              <a:t> Ulysses</a:t>
            </a:r>
          </a:p>
          <a:p>
            <a:pPr lvl="1"/>
            <a:r>
              <a:rPr lang="de-DE" dirty="0">
                <a:solidFill>
                  <a:srgbClr val="FFFFFF"/>
                </a:solidFill>
              </a:rPr>
              <a:t>Today: Joyce </a:t>
            </a:r>
            <a:r>
              <a:rPr lang="de-DE" dirty="0" err="1">
                <a:solidFill>
                  <a:srgbClr val="FFFFFF"/>
                </a:solidFill>
              </a:rPr>
              <a:t>imprint</a:t>
            </a:r>
            <a:r>
              <a:rPr lang="de-DE" dirty="0">
                <a:solidFill>
                  <a:srgbClr val="FFFFFF"/>
                </a:solidFill>
              </a:rPr>
              <a:t> on Dublin</a:t>
            </a:r>
          </a:p>
          <a:p>
            <a:r>
              <a:rPr lang="de-DE" dirty="0" err="1">
                <a:solidFill>
                  <a:srgbClr val="FFFFFF"/>
                </a:solidFill>
              </a:rPr>
              <a:t>How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did</a:t>
            </a:r>
            <a:r>
              <a:rPr lang="de-DE" dirty="0">
                <a:solidFill>
                  <a:srgbClr val="FFFFFF"/>
                </a:solidFill>
              </a:rPr>
              <a:t> Ulysses </a:t>
            </a:r>
            <a:r>
              <a:rPr lang="de-DE" dirty="0" err="1">
                <a:solidFill>
                  <a:srgbClr val="FFFFFF"/>
                </a:solidFill>
              </a:rPr>
              <a:t>influenced</a:t>
            </a:r>
            <a:r>
              <a:rPr lang="de-DE" dirty="0">
                <a:solidFill>
                  <a:srgbClr val="FFFFFF"/>
                </a:solidFill>
              </a:rPr>
              <a:t> </a:t>
            </a:r>
            <a:r>
              <a:rPr lang="de-DE" dirty="0" err="1">
                <a:solidFill>
                  <a:srgbClr val="FFFFFF"/>
                </a:solidFill>
              </a:rPr>
              <a:t>places</a:t>
            </a:r>
            <a:r>
              <a:rPr lang="de-DE" dirty="0">
                <a:solidFill>
                  <a:srgbClr val="FFFFFF"/>
                </a:solidFill>
              </a:rPr>
              <a:t> in Dublin?</a:t>
            </a:r>
          </a:p>
          <a:p>
            <a:pPr lvl="1"/>
            <a:endParaRPr lang="de-DE" dirty="0">
              <a:solidFill>
                <a:srgbClr val="FFFFFF"/>
              </a:solidFill>
            </a:endParaRPr>
          </a:p>
          <a:p>
            <a:pPr lvl="1"/>
            <a:r>
              <a:rPr lang="de-DE" dirty="0">
                <a:solidFill>
                  <a:srgbClr val="FFFFFF"/>
                </a:solidFill>
              </a:rPr>
              <a:t>Bild drehen</a:t>
            </a:r>
          </a:p>
        </p:txBody>
      </p:sp>
    </p:spTree>
    <p:extLst>
      <p:ext uri="{BB962C8B-B14F-4D97-AF65-F5344CB8AC3E}">
        <p14:creationId xmlns:p14="http://schemas.microsoft.com/office/powerpoint/2010/main" val="128291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A80FF1-3F67-50F2-5204-8609358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de-DE" dirty="0"/>
              <a:t>Tech Stack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FCFE3D-4D16-32FB-5218-7C4E7197D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r>
              <a:rPr lang="de-DE" dirty="0"/>
              <a:t>Python</a:t>
            </a:r>
          </a:p>
          <a:p>
            <a:pPr lvl="1"/>
            <a:r>
              <a:rPr lang="en-US" dirty="0" err="1"/>
              <a:t>BeautifulSoup</a:t>
            </a:r>
            <a:endParaRPr lang="en-US" dirty="0"/>
          </a:p>
          <a:p>
            <a:r>
              <a:rPr lang="en-US" dirty="0"/>
              <a:t>spacy</a:t>
            </a:r>
          </a:p>
          <a:p>
            <a:r>
              <a:rPr lang="en-US" dirty="0"/>
              <a:t>Leaflet</a:t>
            </a:r>
          </a:p>
          <a:p>
            <a:pPr lvl="1"/>
            <a:r>
              <a:rPr lang="en-US" dirty="0" err="1"/>
              <a:t>Leaflet.ImageOverlay.Rotated</a:t>
            </a:r>
            <a:r>
              <a:rPr lang="en-US" dirty="0"/>
              <a:t> from Iván Sánchez Ortega</a:t>
            </a:r>
          </a:p>
          <a:p>
            <a:pPr marL="0" indent="0">
              <a:buNone/>
            </a:pPr>
            <a:endParaRPr lang="en-US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Schickes Bild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0364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A80FF1-3F67-50F2-5204-8609358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de-DE" dirty="0"/>
              <a:t>Live Demo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FCFE3D-4D16-32FB-5218-7C4E7197D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2440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A80FF1-3F67-50F2-5204-8609358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de-DE" dirty="0"/>
              <a:t>Next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FCFE3D-4D16-32FB-5218-7C4E7197D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r>
              <a:rPr lang="de-DE" dirty="0" err="1"/>
              <a:t>Imple</a:t>
            </a:r>
            <a:r>
              <a:rPr lang="en-US" dirty="0" err="1"/>
              <a:t>menting</a:t>
            </a:r>
            <a:r>
              <a:rPr lang="en-US" dirty="0"/>
              <a:t> the second overlay</a:t>
            </a:r>
          </a:p>
          <a:p>
            <a:r>
              <a:rPr lang="en-US" dirty="0"/>
              <a:t>Formatting the results of the web scraping for spacy</a:t>
            </a:r>
          </a:p>
          <a:p>
            <a:r>
              <a:rPr lang="en-US" dirty="0"/>
              <a:t>Analyzing and filtering the data</a:t>
            </a:r>
          </a:p>
          <a:p>
            <a:r>
              <a:rPr lang="en-US" dirty="0"/>
              <a:t>Structuring data for popups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de-DE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244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A0367-AB27-C94E-FE5A-BB8FFEA5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3154017"/>
            <a:ext cx="6153638" cy="1320800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en-US" dirty="0"/>
              <a:t>attention!</a:t>
            </a:r>
            <a:br>
              <a:rPr lang="en-US" dirty="0"/>
            </a:br>
            <a:br>
              <a:rPr lang="en-US" dirty="0"/>
            </a:br>
            <a:r>
              <a:rPr lang="en-US"/>
              <a:t>Finishing Quote???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FB1ED0-ABB1-4A7A-9780-46E65C5D9C1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677334" y="1331844"/>
            <a:ext cx="346396" cy="82874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50463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178</Words>
  <Application>Microsoft Office PowerPoint</Application>
  <PresentationFormat>Breitbild</PresentationFormat>
  <Paragraphs>43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Facette</vt:lpstr>
      <vt:lpstr>Cover pls</vt:lpstr>
      <vt:lpstr>James Joyce - Ulysses</vt:lpstr>
      <vt:lpstr>PowerPoint-Präsentation</vt:lpstr>
      <vt:lpstr>The Joyce Project</vt:lpstr>
      <vt:lpstr>Dublin Deep Map based on Ulysses</vt:lpstr>
      <vt:lpstr>Tech Stack</vt:lpstr>
      <vt:lpstr>Live Demo</vt:lpstr>
      <vt:lpstr>Next steps</vt:lpstr>
      <vt:lpstr>Thank you for your attention!  Finishing Quote???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pls</dc:title>
  <dc:creator>Rodriguez Grillo, Sabrina</dc:creator>
  <cp:lastModifiedBy>Rodriguez Grillo, Sabrina</cp:lastModifiedBy>
  <cp:revision>2</cp:revision>
  <dcterms:created xsi:type="dcterms:W3CDTF">2023-07-07T12:09:59Z</dcterms:created>
  <dcterms:modified xsi:type="dcterms:W3CDTF">2023-07-07T17:39:20Z</dcterms:modified>
</cp:coreProperties>
</file>