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  <p:sldMasterId id="2147483881" r:id="rId2"/>
  </p:sldMasterIdLst>
  <p:notesMasterIdLst>
    <p:notesMasterId r:id="rId16"/>
  </p:notesMasterIdLst>
  <p:handoutMasterIdLst>
    <p:handoutMasterId r:id="rId17"/>
  </p:handoutMasterIdLst>
  <p:sldIdLst>
    <p:sldId id="288" r:id="rId3"/>
    <p:sldId id="320" r:id="rId4"/>
    <p:sldId id="319" r:id="rId5"/>
    <p:sldId id="317" r:id="rId6"/>
    <p:sldId id="315" r:id="rId7"/>
    <p:sldId id="324" r:id="rId8"/>
    <p:sldId id="329" r:id="rId9"/>
    <p:sldId id="326" r:id="rId10"/>
    <p:sldId id="330" r:id="rId11"/>
    <p:sldId id="331" r:id="rId12"/>
    <p:sldId id="332" r:id="rId13"/>
    <p:sldId id="327" r:id="rId14"/>
    <p:sldId id="285" r:id="rId15"/>
  </p:sldIdLst>
  <p:sldSz cx="9144000" cy="5143500" type="screen16x9"/>
  <p:notesSz cx="6858000" cy="9144000"/>
  <p:defaultTextStyle>
    <a:defPPr>
      <a:defRPr lang="de-DE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451"/>
    <a:srgbClr val="262A31"/>
    <a:srgbClr val="B2B2B2"/>
    <a:srgbClr val="C9C9C9"/>
    <a:srgbClr val="969696"/>
    <a:srgbClr val="4D4D4D"/>
    <a:srgbClr val="242424"/>
    <a:srgbClr val="79B2D4"/>
    <a:srgbClr val="91B7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Mittlere Formatvorlage 3 - Akz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Mittlere Formatvorlage 4 - Akz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714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668936-B286-4624-A204-B522BEFB2341}" type="doc">
      <dgm:prSet loTypeId="urn:microsoft.com/office/officeart/2005/8/layout/vProcess5" loCatId="process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de-DE"/>
        </a:p>
      </dgm:t>
    </dgm:pt>
    <dgm:pt modelId="{94D3ED2D-FDEE-4627-9213-0543E5128274}">
      <dgm:prSet phldrT="[Text]"/>
      <dgm:spPr/>
      <dgm:t>
        <a:bodyPr/>
        <a:lstStyle/>
        <a:p>
          <a:r>
            <a:rPr lang="de-DE" dirty="0"/>
            <a:t>Texte auslesen &amp; Korpus erstellen</a:t>
          </a:r>
        </a:p>
      </dgm:t>
    </dgm:pt>
    <dgm:pt modelId="{48DA2FEE-4C89-46EA-91B8-5C8917D15F90}" type="parTrans" cxnId="{F60A5272-697D-491E-A3D1-6A1C91571AA1}">
      <dgm:prSet/>
      <dgm:spPr/>
      <dgm:t>
        <a:bodyPr/>
        <a:lstStyle/>
        <a:p>
          <a:endParaRPr lang="de-DE"/>
        </a:p>
      </dgm:t>
    </dgm:pt>
    <dgm:pt modelId="{80698A93-C59F-48D2-B840-B9B8C32B186B}" type="sibTrans" cxnId="{F60A5272-697D-491E-A3D1-6A1C91571AA1}">
      <dgm:prSet/>
      <dgm:spPr/>
      <dgm:t>
        <a:bodyPr/>
        <a:lstStyle/>
        <a:p>
          <a:endParaRPr lang="de-DE"/>
        </a:p>
      </dgm:t>
    </dgm:pt>
    <dgm:pt modelId="{F592CDB8-6084-4B57-83EF-AB8C9813D3B6}">
      <dgm:prSet phldrT="[Text]"/>
      <dgm:spPr/>
      <dgm:t>
        <a:bodyPr/>
        <a:lstStyle/>
        <a:p>
          <a:r>
            <a:rPr lang="de-DE" dirty="0" err="1"/>
            <a:t>Preprocessing</a:t>
          </a:r>
          <a:r>
            <a:rPr lang="de-DE" dirty="0"/>
            <a:t> (</a:t>
          </a:r>
          <a:r>
            <a:rPr lang="de-DE" dirty="0" err="1"/>
            <a:t>Stopwörter</a:t>
          </a:r>
          <a:r>
            <a:rPr lang="de-DE" dirty="0"/>
            <a:t>, </a:t>
          </a:r>
          <a:r>
            <a:rPr lang="de-DE" dirty="0" err="1"/>
            <a:t>Tokenizierung</a:t>
          </a:r>
          <a:r>
            <a:rPr lang="de-DE" dirty="0"/>
            <a:t> &amp; </a:t>
          </a:r>
          <a:r>
            <a:rPr lang="de-DE" dirty="0" err="1"/>
            <a:t>Lemmatizierung</a:t>
          </a:r>
          <a:r>
            <a:rPr lang="de-DE" dirty="0"/>
            <a:t>)</a:t>
          </a:r>
        </a:p>
      </dgm:t>
    </dgm:pt>
    <dgm:pt modelId="{AB85AB1D-D8A4-457A-86E2-9D5DB7315256}" type="parTrans" cxnId="{1751A123-A999-437E-88B7-787392FC88B6}">
      <dgm:prSet/>
      <dgm:spPr/>
      <dgm:t>
        <a:bodyPr/>
        <a:lstStyle/>
        <a:p>
          <a:endParaRPr lang="de-DE"/>
        </a:p>
      </dgm:t>
    </dgm:pt>
    <dgm:pt modelId="{56DC5137-BBBB-4FEC-B75C-01AA0AD540E9}" type="sibTrans" cxnId="{1751A123-A999-437E-88B7-787392FC88B6}">
      <dgm:prSet/>
      <dgm:spPr/>
      <dgm:t>
        <a:bodyPr/>
        <a:lstStyle/>
        <a:p>
          <a:endParaRPr lang="de-DE"/>
        </a:p>
      </dgm:t>
    </dgm:pt>
    <dgm:pt modelId="{F7FA4509-1C9F-465E-9F0B-A70C4D9D97B6}">
      <dgm:prSet phldrT="[Text]"/>
      <dgm:spPr/>
      <dgm:t>
        <a:bodyPr/>
        <a:lstStyle/>
        <a:p>
          <a:r>
            <a:rPr lang="de-DE" dirty="0"/>
            <a:t>TF-IDF / Topic Modeling </a:t>
          </a:r>
        </a:p>
      </dgm:t>
    </dgm:pt>
    <dgm:pt modelId="{9359EBCF-1171-4019-BE7A-0C9373BE0E82}" type="parTrans" cxnId="{C7F6D2BB-5E4E-455B-B084-4C03D30A95E0}">
      <dgm:prSet/>
      <dgm:spPr/>
      <dgm:t>
        <a:bodyPr/>
        <a:lstStyle/>
        <a:p>
          <a:endParaRPr lang="de-DE"/>
        </a:p>
      </dgm:t>
    </dgm:pt>
    <dgm:pt modelId="{92AD2BF2-04C8-4E9D-8747-F4FAFCA236F7}" type="sibTrans" cxnId="{C7F6D2BB-5E4E-455B-B084-4C03D30A95E0}">
      <dgm:prSet/>
      <dgm:spPr/>
      <dgm:t>
        <a:bodyPr/>
        <a:lstStyle/>
        <a:p>
          <a:endParaRPr lang="de-DE"/>
        </a:p>
      </dgm:t>
    </dgm:pt>
    <dgm:pt modelId="{6227E88D-FDAF-4AC7-A157-DF6A3E8AB7F3}">
      <dgm:prSet phldrT="[Text]"/>
      <dgm:spPr/>
      <dgm:t>
        <a:bodyPr/>
        <a:lstStyle/>
        <a:p>
          <a:r>
            <a:rPr lang="de-DE" dirty="0"/>
            <a:t>Visualisierung</a:t>
          </a:r>
        </a:p>
      </dgm:t>
    </dgm:pt>
    <dgm:pt modelId="{16B5D16E-1F2C-4795-BBF4-25A219BBF202}" type="parTrans" cxnId="{D925E259-1960-4B03-9425-352DEDE659A8}">
      <dgm:prSet/>
      <dgm:spPr/>
      <dgm:t>
        <a:bodyPr/>
        <a:lstStyle/>
        <a:p>
          <a:endParaRPr lang="de-DE"/>
        </a:p>
      </dgm:t>
    </dgm:pt>
    <dgm:pt modelId="{E52CD221-6B21-4F90-84EC-12B73EFAB9CF}" type="sibTrans" cxnId="{D925E259-1960-4B03-9425-352DEDE659A8}">
      <dgm:prSet/>
      <dgm:spPr/>
      <dgm:t>
        <a:bodyPr/>
        <a:lstStyle/>
        <a:p>
          <a:endParaRPr lang="de-DE"/>
        </a:p>
      </dgm:t>
    </dgm:pt>
    <dgm:pt modelId="{E7ABA4A3-39E8-4786-B735-6BD916E1E578}" type="pres">
      <dgm:prSet presAssocID="{67668936-B286-4624-A204-B522BEFB2341}" presName="outerComposite" presStyleCnt="0">
        <dgm:presLayoutVars>
          <dgm:chMax val="5"/>
          <dgm:dir/>
          <dgm:resizeHandles val="exact"/>
        </dgm:presLayoutVars>
      </dgm:prSet>
      <dgm:spPr/>
    </dgm:pt>
    <dgm:pt modelId="{A97BC04B-7772-48B0-9DCF-2A8547570E24}" type="pres">
      <dgm:prSet presAssocID="{67668936-B286-4624-A204-B522BEFB2341}" presName="dummyMaxCanvas" presStyleCnt="0">
        <dgm:presLayoutVars/>
      </dgm:prSet>
      <dgm:spPr/>
    </dgm:pt>
    <dgm:pt modelId="{4D5AE7A0-2FD9-4518-B1CB-775591CDDAEF}" type="pres">
      <dgm:prSet presAssocID="{67668936-B286-4624-A204-B522BEFB2341}" presName="FourNodes_1" presStyleLbl="node1" presStyleIdx="0" presStyleCnt="4">
        <dgm:presLayoutVars>
          <dgm:bulletEnabled val="1"/>
        </dgm:presLayoutVars>
      </dgm:prSet>
      <dgm:spPr/>
    </dgm:pt>
    <dgm:pt modelId="{E33D32DB-A07D-4C6C-8F51-4DAB6E52D079}" type="pres">
      <dgm:prSet presAssocID="{67668936-B286-4624-A204-B522BEFB2341}" presName="FourNodes_2" presStyleLbl="node1" presStyleIdx="1" presStyleCnt="4">
        <dgm:presLayoutVars>
          <dgm:bulletEnabled val="1"/>
        </dgm:presLayoutVars>
      </dgm:prSet>
      <dgm:spPr/>
    </dgm:pt>
    <dgm:pt modelId="{36821F79-C50D-491A-8318-622F1437336E}" type="pres">
      <dgm:prSet presAssocID="{67668936-B286-4624-A204-B522BEFB2341}" presName="FourNodes_3" presStyleLbl="node1" presStyleIdx="2" presStyleCnt="4">
        <dgm:presLayoutVars>
          <dgm:bulletEnabled val="1"/>
        </dgm:presLayoutVars>
      </dgm:prSet>
      <dgm:spPr/>
    </dgm:pt>
    <dgm:pt modelId="{79543580-9334-4A4D-AD50-737475F7275C}" type="pres">
      <dgm:prSet presAssocID="{67668936-B286-4624-A204-B522BEFB2341}" presName="FourNodes_4" presStyleLbl="node1" presStyleIdx="3" presStyleCnt="4">
        <dgm:presLayoutVars>
          <dgm:bulletEnabled val="1"/>
        </dgm:presLayoutVars>
      </dgm:prSet>
      <dgm:spPr/>
    </dgm:pt>
    <dgm:pt modelId="{3D0839F9-8153-46F8-A37D-36D35BB5AB6E}" type="pres">
      <dgm:prSet presAssocID="{67668936-B286-4624-A204-B522BEFB2341}" presName="FourConn_1-2" presStyleLbl="fgAccFollowNode1" presStyleIdx="0" presStyleCnt="3">
        <dgm:presLayoutVars>
          <dgm:bulletEnabled val="1"/>
        </dgm:presLayoutVars>
      </dgm:prSet>
      <dgm:spPr/>
    </dgm:pt>
    <dgm:pt modelId="{76C2EECC-A402-4A4A-83F9-8C9AFD37949E}" type="pres">
      <dgm:prSet presAssocID="{67668936-B286-4624-A204-B522BEFB2341}" presName="FourConn_2-3" presStyleLbl="fgAccFollowNode1" presStyleIdx="1" presStyleCnt="3">
        <dgm:presLayoutVars>
          <dgm:bulletEnabled val="1"/>
        </dgm:presLayoutVars>
      </dgm:prSet>
      <dgm:spPr/>
    </dgm:pt>
    <dgm:pt modelId="{93D6C56A-1BF1-4647-86A2-6352C2D61382}" type="pres">
      <dgm:prSet presAssocID="{67668936-B286-4624-A204-B522BEFB2341}" presName="FourConn_3-4" presStyleLbl="fgAccFollowNode1" presStyleIdx="2" presStyleCnt="3">
        <dgm:presLayoutVars>
          <dgm:bulletEnabled val="1"/>
        </dgm:presLayoutVars>
      </dgm:prSet>
      <dgm:spPr/>
    </dgm:pt>
    <dgm:pt modelId="{C36766B3-77D1-4020-9BCD-78FF52160CF7}" type="pres">
      <dgm:prSet presAssocID="{67668936-B286-4624-A204-B522BEFB2341}" presName="FourNodes_1_text" presStyleLbl="node1" presStyleIdx="3" presStyleCnt="4">
        <dgm:presLayoutVars>
          <dgm:bulletEnabled val="1"/>
        </dgm:presLayoutVars>
      </dgm:prSet>
      <dgm:spPr/>
    </dgm:pt>
    <dgm:pt modelId="{2D76DFC1-8A90-437E-877A-4596AF51C937}" type="pres">
      <dgm:prSet presAssocID="{67668936-B286-4624-A204-B522BEFB2341}" presName="FourNodes_2_text" presStyleLbl="node1" presStyleIdx="3" presStyleCnt="4">
        <dgm:presLayoutVars>
          <dgm:bulletEnabled val="1"/>
        </dgm:presLayoutVars>
      </dgm:prSet>
      <dgm:spPr/>
    </dgm:pt>
    <dgm:pt modelId="{A099827E-AAD7-4EA6-9FA0-3ABB08B06456}" type="pres">
      <dgm:prSet presAssocID="{67668936-B286-4624-A204-B522BEFB2341}" presName="FourNodes_3_text" presStyleLbl="node1" presStyleIdx="3" presStyleCnt="4">
        <dgm:presLayoutVars>
          <dgm:bulletEnabled val="1"/>
        </dgm:presLayoutVars>
      </dgm:prSet>
      <dgm:spPr/>
    </dgm:pt>
    <dgm:pt modelId="{76279CC6-86BC-454A-ABAF-27AC6F0FC866}" type="pres">
      <dgm:prSet presAssocID="{67668936-B286-4624-A204-B522BEFB2341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1751A123-A999-437E-88B7-787392FC88B6}" srcId="{67668936-B286-4624-A204-B522BEFB2341}" destId="{F592CDB8-6084-4B57-83EF-AB8C9813D3B6}" srcOrd="1" destOrd="0" parTransId="{AB85AB1D-D8A4-457A-86E2-9D5DB7315256}" sibTransId="{56DC5137-BBBB-4FEC-B75C-01AA0AD540E9}"/>
    <dgm:cxn modelId="{C8330C27-77E0-424B-BDBC-C42ED0556C61}" type="presOf" srcId="{80698A93-C59F-48D2-B840-B9B8C32B186B}" destId="{3D0839F9-8153-46F8-A37D-36D35BB5AB6E}" srcOrd="0" destOrd="0" presId="urn:microsoft.com/office/officeart/2005/8/layout/vProcess5"/>
    <dgm:cxn modelId="{30665729-A138-4B6E-9EE9-E29DE722AACD}" type="presOf" srcId="{6227E88D-FDAF-4AC7-A157-DF6A3E8AB7F3}" destId="{76279CC6-86BC-454A-ABAF-27AC6F0FC866}" srcOrd="1" destOrd="0" presId="urn:microsoft.com/office/officeart/2005/8/layout/vProcess5"/>
    <dgm:cxn modelId="{7B88805F-6C13-4653-89C9-F89FB7C17BE9}" type="presOf" srcId="{6227E88D-FDAF-4AC7-A157-DF6A3E8AB7F3}" destId="{79543580-9334-4A4D-AD50-737475F7275C}" srcOrd="0" destOrd="0" presId="urn:microsoft.com/office/officeart/2005/8/layout/vProcess5"/>
    <dgm:cxn modelId="{5151196C-A3AE-4307-B935-A0FA40CC8115}" type="presOf" srcId="{56DC5137-BBBB-4FEC-B75C-01AA0AD540E9}" destId="{76C2EECC-A402-4A4A-83F9-8C9AFD37949E}" srcOrd="0" destOrd="0" presId="urn:microsoft.com/office/officeart/2005/8/layout/vProcess5"/>
    <dgm:cxn modelId="{C194D56F-037B-40F3-BB02-F2CD2525F8A3}" type="presOf" srcId="{F7FA4509-1C9F-465E-9F0B-A70C4D9D97B6}" destId="{36821F79-C50D-491A-8318-622F1437336E}" srcOrd="0" destOrd="0" presId="urn:microsoft.com/office/officeart/2005/8/layout/vProcess5"/>
    <dgm:cxn modelId="{F6259970-017A-4BEE-A13F-3E26D15DE151}" type="presOf" srcId="{F7FA4509-1C9F-465E-9F0B-A70C4D9D97B6}" destId="{A099827E-AAD7-4EA6-9FA0-3ABB08B06456}" srcOrd="1" destOrd="0" presId="urn:microsoft.com/office/officeart/2005/8/layout/vProcess5"/>
    <dgm:cxn modelId="{F60A5272-697D-491E-A3D1-6A1C91571AA1}" srcId="{67668936-B286-4624-A204-B522BEFB2341}" destId="{94D3ED2D-FDEE-4627-9213-0543E5128274}" srcOrd="0" destOrd="0" parTransId="{48DA2FEE-4C89-46EA-91B8-5C8917D15F90}" sibTransId="{80698A93-C59F-48D2-B840-B9B8C32B186B}"/>
    <dgm:cxn modelId="{D925E259-1960-4B03-9425-352DEDE659A8}" srcId="{67668936-B286-4624-A204-B522BEFB2341}" destId="{6227E88D-FDAF-4AC7-A157-DF6A3E8AB7F3}" srcOrd="3" destOrd="0" parTransId="{16B5D16E-1F2C-4795-BBF4-25A219BBF202}" sibTransId="{E52CD221-6B21-4F90-84EC-12B73EFAB9CF}"/>
    <dgm:cxn modelId="{4184B093-F428-4FF9-8B2A-53003CE9B703}" type="presOf" srcId="{92AD2BF2-04C8-4E9D-8747-F4FAFCA236F7}" destId="{93D6C56A-1BF1-4647-86A2-6352C2D61382}" srcOrd="0" destOrd="0" presId="urn:microsoft.com/office/officeart/2005/8/layout/vProcess5"/>
    <dgm:cxn modelId="{5EEEE5B8-A527-46AE-8ED0-3C39020F2DA5}" type="presOf" srcId="{94D3ED2D-FDEE-4627-9213-0543E5128274}" destId="{C36766B3-77D1-4020-9BCD-78FF52160CF7}" srcOrd="1" destOrd="0" presId="urn:microsoft.com/office/officeart/2005/8/layout/vProcess5"/>
    <dgm:cxn modelId="{C7F6D2BB-5E4E-455B-B084-4C03D30A95E0}" srcId="{67668936-B286-4624-A204-B522BEFB2341}" destId="{F7FA4509-1C9F-465E-9F0B-A70C4D9D97B6}" srcOrd="2" destOrd="0" parTransId="{9359EBCF-1171-4019-BE7A-0C9373BE0E82}" sibTransId="{92AD2BF2-04C8-4E9D-8747-F4FAFCA236F7}"/>
    <dgm:cxn modelId="{F2B9A5ED-D415-4091-9F2E-9B62899BE701}" type="presOf" srcId="{F592CDB8-6084-4B57-83EF-AB8C9813D3B6}" destId="{2D76DFC1-8A90-437E-877A-4596AF51C937}" srcOrd="1" destOrd="0" presId="urn:microsoft.com/office/officeart/2005/8/layout/vProcess5"/>
    <dgm:cxn modelId="{C1634DEF-C683-42B1-8364-648F81C0AB2F}" type="presOf" srcId="{F592CDB8-6084-4B57-83EF-AB8C9813D3B6}" destId="{E33D32DB-A07D-4C6C-8F51-4DAB6E52D079}" srcOrd="0" destOrd="0" presId="urn:microsoft.com/office/officeart/2005/8/layout/vProcess5"/>
    <dgm:cxn modelId="{2F0508F2-9933-4A04-ADD5-60BD3A080CC6}" type="presOf" srcId="{94D3ED2D-FDEE-4627-9213-0543E5128274}" destId="{4D5AE7A0-2FD9-4518-B1CB-775591CDDAEF}" srcOrd="0" destOrd="0" presId="urn:microsoft.com/office/officeart/2005/8/layout/vProcess5"/>
    <dgm:cxn modelId="{602A54FB-B0EE-43F4-9909-07085BB54E4A}" type="presOf" srcId="{67668936-B286-4624-A204-B522BEFB2341}" destId="{E7ABA4A3-39E8-4786-B735-6BD916E1E578}" srcOrd="0" destOrd="0" presId="urn:microsoft.com/office/officeart/2005/8/layout/vProcess5"/>
    <dgm:cxn modelId="{F7035419-DC11-4D42-88BE-C11C2B2A937E}" type="presParOf" srcId="{E7ABA4A3-39E8-4786-B735-6BD916E1E578}" destId="{A97BC04B-7772-48B0-9DCF-2A8547570E24}" srcOrd="0" destOrd="0" presId="urn:microsoft.com/office/officeart/2005/8/layout/vProcess5"/>
    <dgm:cxn modelId="{0A93633B-1C69-475A-B98B-8B2A2622E63B}" type="presParOf" srcId="{E7ABA4A3-39E8-4786-B735-6BD916E1E578}" destId="{4D5AE7A0-2FD9-4518-B1CB-775591CDDAEF}" srcOrd="1" destOrd="0" presId="urn:microsoft.com/office/officeart/2005/8/layout/vProcess5"/>
    <dgm:cxn modelId="{85A85ECE-12A3-440A-B7FF-02D63FE432BD}" type="presParOf" srcId="{E7ABA4A3-39E8-4786-B735-6BD916E1E578}" destId="{E33D32DB-A07D-4C6C-8F51-4DAB6E52D079}" srcOrd="2" destOrd="0" presId="urn:microsoft.com/office/officeart/2005/8/layout/vProcess5"/>
    <dgm:cxn modelId="{59A93CF7-E1F5-4AD4-8FF0-1EB45A34AC53}" type="presParOf" srcId="{E7ABA4A3-39E8-4786-B735-6BD916E1E578}" destId="{36821F79-C50D-491A-8318-622F1437336E}" srcOrd="3" destOrd="0" presId="urn:microsoft.com/office/officeart/2005/8/layout/vProcess5"/>
    <dgm:cxn modelId="{6D737C11-746E-4522-B235-8E43438CF010}" type="presParOf" srcId="{E7ABA4A3-39E8-4786-B735-6BD916E1E578}" destId="{79543580-9334-4A4D-AD50-737475F7275C}" srcOrd="4" destOrd="0" presId="urn:microsoft.com/office/officeart/2005/8/layout/vProcess5"/>
    <dgm:cxn modelId="{5E2340D2-43AC-4549-AF04-0A4BAB81E33A}" type="presParOf" srcId="{E7ABA4A3-39E8-4786-B735-6BD916E1E578}" destId="{3D0839F9-8153-46F8-A37D-36D35BB5AB6E}" srcOrd="5" destOrd="0" presId="urn:microsoft.com/office/officeart/2005/8/layout/vProcess5"/>
    <dgm:cxn modelId="{6C72698D-DE2F-4CBA-A5B4-556D08041F94}" type="presParOf" srcId="{E7ABA4A3-39E8-4786-B735-6BD916E1E578}" destId="{76C2EECC-A402-4A4A-83F9-8C9AFD37949E}" srcOrd="6" destOrd="0" presId="urn:microsoft.com/office/officeart/2005/8/layout/vProcess5"/>
    <dgm:cxn modelId="{0540ACD3-DF3D-48E6-968B-093E407271DD}" type="presParOf" srcId="{E7ABA4A3-39E8-4786-B735-6BD916E1E578}" destId="{93D6C56A-1BF1-4647-86A2-6352C2D61382}" srcOrd="7" destOrd="0" presId="urn:microsoft.com/office/officeart/2005/8/layout/vProcess5"/>
    <dgm:cxn modelId="{DBCE87D1-EFD7-47F2-B783-36AB31C4CBD7}" type="presParOf" srcId="{E7ABA4A3-39E8-4786-B735-6BD916E1E578}" destId="{C36766B3-77D1-4020-9BCD-78FF52160CF7}" srcOrd="8" destOrd="0" presId="urn:microsoft.com/office/officeart/2005/8/layout/vProcess5"/>
    <dgm:cxn modelId="{D1FD098E-2A51-4A19-83BE-4329F0B73F41}" type="presParOf" srcId="{E7ABA4A3-39E8-4786-B735-6BD916E1E578}" destId="{2D76DFC1-8A90-437E-877A-4596AF51C937}" srcOrd="9" destOrd="0" presId="urn:microsoft.com/office/officeart/2005/8/layout/vProcess5"/>
    <dgm:cxn modelId="{F493F59B-1940-431D-89D7-C2F863FEC775}" type="presParOf" srcId="{E7ABA4A3-39E8-4786-B735-6BD916E1E578}" destId="{A099827E-AAD7-4EA6-9FA0-3ABB08B06456}" srcOrd="10" destOrd="0" presId="urn:microsoft.com/office/officeart/2005/8/layout/vProcess5"/>
    <dgm:cxn modelId="{EBD1D901-03CC-4B25-8C23-6A2B9495133B}" type="presParOf" srcId="{E7ABA4A3-39E8-4786-B735-6BD916E1E578}" destId="{76279CC6-86BC-454A-ABAF-27AC6F0FC866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5AE7A0-2FD9-4518-B1CB-775591CDDAEF}">
      <dsp:nvSpPr>
        <dsp:cNvPr id="0" name=""/>
        <dsp:cNvSpPr/>
      </dsp:nvSpPr>
      <dsp:spPr>
        <a:xfrm>
          <a:off x="0" y="0"/>
          <a:ext cx="6587490" cy="74320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Texte auslesen &amp; Korpus erstellen</a:t>
          </a:r>
        </a:p>
      </dsp:txBody>
      <dsp:txXfrm>
        <a:off x="21768" y="21768"/>
        <a:ext cx="5722713" cy="699668"/>
      </dsp:txXfrm>
    </dsp:sp>
    <dsp:sp modelId="{E33D32DB-A07D-4C6C-8F51-4DAB6E52D079}">
      <dsp:nvSpPr>
        <dsp:cNvPr id="0" name=""/>
        <dsp:cNvSpPr/>
      </dsp:nvSpPr>
      <dsp:spPr>
        <a:xfrm>
          <a:off x="551702" y="878332"/>
          <a:ext cx="6587490" cy="74320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 err="1"/>
            <a:t>Preprocessing</a:t>
          </a:r>
          <a:r>
            <a:rPr lang="de-DE" sz="2000" kern="1200" dirty="0"/>
            <a:t> (</a:t>
          </a:r>
          <a:r>
            <a:rPr lang="de-DE" sz="2000" kern="1200" dirty="0" err="1"/>
            <a:t>Stopwörter</a:t>
          </a:r>
          <a:r>
            <a:rPr lang="de-DE" sz="2000" kern="1200" dirty="0"/>
            <a:t>, </a:t>
          </a:r>
          <a:r>
            <a:rPr lang="de-DE" sz="2000" kern="1200" dirty="0" err="1"/>
            <a:t>Tokenizierung</a:t>
          </a:r>
          <a:r>
            <a:rPr lang="de-DE" sz="2000" kern="1200" dirty="0"/>
            <a:t> &amp; </a:t>
          </a:r>
          <a:r>
            <a:rPr lang="de-DE" sz="2000" kern="1200" dirty="0" err="1"/>
            <a:t>Lemmatizierung</a:t>
          </a:r>
          <a:r>
            <a:rPr lang="de-DE" sz="2000" kern="1200" dirty="0"/>
            <a:t>)</a:t>
          </a:r>
        </a:p>
      </dsp:txBody>
      <dsp:txXfrm>
        <a:off x="573470" y="900100"/>
        <a:ext cx="5509169" cy="699668"/>
      </dsp:txXfrm>
    </dsp:sp>
    <dsp:sp modelId="{36821F79-C50D-491A-8318-622F1437336E}">
      <dsp:nvSpPr>
        <dsp:cNvPr id="0" name=""/>
        <dsp:cNvSpPr/>
      </dsp:nvSpPr>
      <dsp:spPr>
        <a:xfrm>
          <a:off x="1095170" y="1756664"/>
          <a:ext cx="6587490" cy="74320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TF-IDF / Topic Modeling </a:t>
          </a:r>
        </a:p>
      </dsp:txBody>
      <dsp:txXfrm>
        <a:off x="1116938" y="1778432"/>
        <a:ext cx="5517403" cy="699668"/>
      </dsp:txXfrm>
    </dsp:sp>
    <dsp:sp modelId="{79543580-9334-4A4D-AD50-737475F7275C}">
      <dsp:nvSpPr>
        <dsp:cNvPr id="0" name=""/>
        <dsp:cNvSpPr/>
      </dsp:nvSpPr>
      <dsp:spPr>
        <a:xfrm>
          <a:off x="1646872" y="2634996"/>
          <a:ext cx="6587490" cy="74320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Visualisierung</a:t>
          </a:r>
        </a:p>
      </dsp:txBody>
      <dsp:txXfrm>
        <a:off x="1668640" y="2656764"/>
        <a:ext cx="5509169" cy="699668"/>
      </dsp:txXfrm>
    </dsp:sp>
    <dsp:sp modelId="{3D0839F9-8153-46F8-A37D-36D35BB5AB6E}">
      <dsp:nvSpPr>
        <dsp:cNvPr id="0" name=""/>
        <dsp:cNvSpPr/>
      </dsp:nvSpPr>
      <dsp:spPr>
        <a:xfrm>
          <a:off x="6104407" y="569226"/>
          <a:ext cx="483082" cy="483082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2300" kern="1200"/>
        </a:p>
      </dsp:txBody>
      <dsp:txXfrm>
        <a:off x="6213100" y="569226"/>
        <a:ext cx="265696" cy="363519"/>
      </dsp:txXfrm>
    </dsp:sp>
    <dsp:sp modelId="{76C2EECC-A402-4A4A-83F9-8C9AFD37949E}">
      <dsp:nvSpPr>
        <dsp:cNvPr id="0" name=""/>
        <dsp:cNvSpPr/>
      </dsp:nvSpPr>
      <dsp:spPr>
        <a:xfrm>
          <a:off x="6656110" y="1447558"/>
          <a:ext cx="483082" cy="483082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2300" kern="1200"/>
        </a:p>
      </dsp:txBody>
      <dsp:txXfrm>
        <a:off x="6764803" y="1447558"/>
        <a:ext cx="265696" cy="363519"/>
      </dsp:txXfrm>
    </dsp:sp>
    <dsp:sp modelId="{93D6C56A-1BF1-4647-86A2-6352C2D61382}">
      <dsp:nvSpPr>
        <dsp:cNvPr id="0" name=""/>
        <dsp:cNvSpPr/>
      </dsp:nvSpPr>
      <dsp:spPr>
        <a:xfrm>
          <a:off x="7199578" y="2325890"/>
          <a:ext cx="483082" cy="483082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2300" kern="1200"/>
        </a:p>
      </dsp:txBody>
      <dsp:txXfrm>
        <a:off x="7308271" y="2325890"/>
        <a:ext cx="265696" cy="3635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2D1D50A-91A0-4313-AF41-8FA8C1A6F672}" type="datetimeFigureOut">
              <a:rPr lang="de-DE" altLang="de-DE"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06.07.2023</a:t>
            </a:fld>
            <a:endParaRPr lang="de-DE" alt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835DF71-E1E2-47C3-B9FA-47C07B346B8B}" type="slidenum">
              <a:rPr lang="de-DE" altLang="de-DE"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‹Nr.›</a:t>
            </a:fld>
            <a:endParaRPr lang="de-DE" alt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67005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91E3895C-9893-433E-BD86-ABF19E357674}" type="datetimeFigureOut">
              <a:rPr lang="de-DE" altLang="de-DE" smtClean="0"/>
              <a:pPr>
                <a:defRPr/>
              </a:pPr>
              <a:t>06.07.2023</a:t>
            </a:fld>
            <a:endParaRPr lang="de-DE" alt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Mastertextformat bearbeiten</a:t>
            </a:r>
          </a:p>
          <a:p>
            <a:pPr lvl="1"/>
            <a:r>
              <a:rPr lang="de-DE" altLang="de-DE" noProof="0"/>
              <a:t>Zweite Ebene</a:t>
            </a:r>
          </a:p>
          <a:p>
            <a:pPr lvl="2"/>
            <a:r>
              <a:rPr lang="de-DE" altLang="de-DE" noProof="0"/>
              <a:t>Dritte Ebene</a:t>
            </a:r>
          </a:p>
          <a:p>
            <a:pPr lvl="3"/>
            <a:r>
              <a:rPr lang="de-DE" altLang="de-DE" noProof="0"/>
              <a:t>Vierte Ebene</a:t>
            </a:r>
          </a:p>
          <a:p>
            <a:pPr lvl="4"/>
            <a:r>
              <a:rPr lang="de-DE" altLang="de-DE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FF73AAAE-5F9A-4204-AFEA-00ECD2D60F92}" type="slidenum">
              <a:rPr lang="de-DE" altLang="de-DE" smtClean="0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71754161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Arial" panose="020B0604020202020204" pitchFamily="34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Arial" panose="020B0604020202020204" pitchFamily="34" charset="0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Arial" panose="020B0604020202020204" pitchFamily="34" charset="0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Arial" panose="020B0604020202020204" pitchFamily="34" charset="0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Arial" panose="020B0604020202020204" pitchFamily="34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F73AAAE-5F9A-4204-AFEA-00ECD2D60F92}" type="slidenum">
              <a:rPr lang="de-DE" altLang="de-DE" smtClean="0"/>
              <a:pPr>
                <a:defRPr/>
              </a:pPr>
              <a:t>1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8819731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>
            <a:extLst>
              <a:ext uri="{FF2B5EF4-FFF2-40B4-BE49-F238E27FC236}">
                <a16:creationId xmlns:a16="http://schemas.microsoft.com/office/drawing/2014/main" id="{A4EB1DFE-A0D1-40F3-9B5B-FEB6793DF62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8" r="18559" b="2"/>
          <a:stretch/>
        </p:blipFill>
        <p:spPr bwMode="auto">
          <a:xfrm>
            <a:off x="4061637" y="-3665"/>
            <a:ext cx="5082363" cy="5153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95687" y="2078847"/>
            <a:ext cx="8092705" cy="1487313"/>
          </a:xfrm>
        </p:spPr>
        <p:txBody>
          <a:bodyPr anchor="t"/>
          <a:lstStyle>
            <a:lvl1pPr>
              <a:defRPr sz="2800" b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295687" y="1606876"/>
            <a:ext cx="6400800" cy="471971"/>
          </a:xfrm>
        </p:spPr>
        <p:txBody>
          <a:bodyPr anchor="b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1"/>
          </p:nvPr>
        </p:nvSpPr>
        <p:spPr>
          <a:xfrm>
            <a:off x="295687" y="4439286"/>
            <a:ext cx="2098597" cy="517525"/>
          </a:xfrm>
        </p:spPr>
        <p:txBody>
          <a:bodyPr>
            <a:noAutofit/>
          </a:bodyPr>
          <a:lstStyle>
            <a:lvl1pPr marL="0" indent="0" algn="l"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2"/>
          </p:nvPr>
        </p:nvSpPr>
        <p:spPr>
          <a:xfrm>
            <a:off x="2453698" y="4444369"/>
            <a:ext cx="2184476" cy="517525"/>
          </a:xfrm>
        </p:spPr>
        <p:txBody>
          <a:bodyPr>
            <a:noAutofit/>
          </a:bodyPr>
          <a:lstStyle>
            <a:lvl1pPr marL="0" indent="0" algn="l"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543" y="260598"/>
            <a:ext cx="2924417" cy="946303"/>
          </a:xfrm>
          <a:prstGeom prst="rect">
            <a:avLst/>
          </a:prstGeom>
        </p:spPr>
      </p:pic>
      <p:pic>
        <p:nvPicPr>
          <p:cNvPr id="6" name="Bild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9002" y="0"/>
            <a:ext cx="3524250" cy="5157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6415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folie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platzhalter 4"/>
          <p:cNvSpPr>
            <a:spLocks noGrp="1"/>
          </p:cNvSpPr>
          <p:nvPr>
            <p:ph type="body" sz="quarter" idx="13"/>
          </p:nvPr>
        </p:nvSpPr>
        <p:spPr bwMode="auto">
          <a:xfrm>
            <a:off x="3501688" y="-5922"/>
            <a:ext cx="5654316" cy="5152775"/>
          </a:xfrm>
          <a:custGeom>
            <a:avLst/>
            <a:gdLst>
              <a:gd name="connsiteX0" fmla="*/ 0 w 2419350"/>
              <a:gd name="connsiteY0" fmla="*/ 5172957 h 5172957"/>
              <a:gd name="connsiteX1" fmla="*/ 604838 w 2419350"/>
              <a:gd name="connsiteY1" fmla="*/ 0 h 5172957"/>
              <a:gd name="connsiteX2" fmla="*/ 1814513 w 2419350"/>
              <a:gd name="connsiteY2" fmla="*/ 0 h 5172957"/>
              <a:gd name="connsiteX3" fmla="*/ 2419350 w 2419350"/>
              <a:gd name="connsiteY3" fmla="*/ 5172957 h 5172957"/>
              <a:gd name="connsiteX4" fmla="*/ 0 w 2419350"/>
              <a:gd name="connsiteY4" fmla="*/ 5172957 h 5172957"/>
              <a:gd name="connsiteX0" fmla="*/ 0 w 2439138"/>
              <a:gd name="connsiteY0" fmla="*/ 5172957 h 5172957"/>
              <a:gd name="connsiteX1" fmla="*/ 604838 w 2439138"/>
              <a:gd name="connsiteY1" fmla="*/ 0 h 5172957"/>
              <a:gd name="connsiteX2" fmla="*/ 2439138 w 2439138"/>
              <a:gd name="connsiteY2" fmla="*/ 6439 h 5172957"/>
              <a:gd name="connsiteX3" fmla="*/ 2419350 w 2439138"/>
              <a:gd name="connsiteY3" fmla="*/ 5172957 h 5172957"/>
              <a:gd name="connsiteX4" fmla="*/ 0 w 2439138"/>
              <a:gd name="connsiteY4" fmla="*/ 5172957 h 5172957"/>
              <a:gd name="connsiteX0" fmla="*/ 3226626 w 5665764"/>
              <a:gd name="connsiteY0" fmla="*/ 5166518 h 5166518"/>
              <a:gd name="connsiteX1" fmla="*/ 0 w 5665764"/>
              <a:gd name="connsiteY1" fmla="*/ 6440 h 5166518"/>
              <a:gd name="connsiteX2" fmla="*/ 5665764 w 5665764"/>
              <a:gd name="connsiteY2" fmla="*/ 0 h 5166518"/>
              <a:gd name="connsiteX3" fmla="*/ 5645976 w 5665764"/>
              <a:gd name="connsiteY3" fmla="*/ 5166518 h 5166518"/>
              <a:gd name="connsiteX4" fmla="*/ 3226626 w 5665764"/>
              <a:gd name="connsiteY4" fmla="*/ 5166518 h 5166518"/>
              <a:gd name="connsiteX0" fmla="*/ 2421696 w 5665764"/>
              <a:gd name="connsiteY0" fmla="*/ 5192275 h 5192275"/>
              <a:gd name="connsiteX1" fmla="*/ 0 w 5665764"/>
              <a:gd name="connsiteY1" fmla="*/ 6440 h 5192275"/>
              <a:gd name="connsiteX2" fmla="*/ 5665764 w 5665764"/>
              <a:gd name="connsiteY2" fmla="*/ 0 h 5192275"/>
              <a:gd name="connsiteX3" fmla="*/ 5645976 w 5665764"/>
              <a:gd name="connsiteY3" fmla="*/ 5166518 h 5192275"/>
              <a:gd name="connsiteX4" fmla="*/ 2421696 w 5665764"/>
              <a:gd name="connsiteY4" fmla="*/ 5192275 h 5192275"/>
              <a:gd name="connsiteX0" fmla="*/ 2421696 w 5665764"/>
              <a:gd name="connsiteY0" fmla="*/ 5183177 h 5183177"/>
              <a:gd name="connsiteX1" fmla="*/ 0 w 5665764"/>
              <a:gd name="connsiteY1" fmla="*/ 6440 h 5183177"/>
              <a:gd name="connsiteX2" fmla="*/ 5665764 w 5665764"/>
              <a:gd name="connsiteY2" fmla="*/ 0 h 5183177"/>
              <a:gd name="connsiteX3" fmla="*/ 5645976 w 5665764"/>
              <a:gd name="connsiteY3" fmla="*/ 5166518 h 5183177"/>
              <a:gd name="connsiteX4" fmla="*/ 2421696 w 5665764"/>
              <a:gd name="connsiteY4" fmla="*/ 5183177 h 5183177"/>
              <a:gd name="connsiteX0" fmla="*/ 2421696 w 5665764"/>
              <a:gd name="connsiteY0" fmla="*/ 5174079 h 5174079"/>
              <a:gd name="connsiteX1" fmla="*/ 0 w 5665764"/>
              <a:gd name="connsiteY1" fmla="*/ 6440 h 5174079"/>
              <a:gd name="connsiteX2" fmla="*/ 5665764 w 5665764"/>
              <a:gd name="connsiteY2" fmla="*/ 0 h 5174079"/>
              <a:gd name="connsiteX3" fmla="*/ 5645976 w 5665764"/>
              <a:gd name="connsiteY3" fmla="*/ 5166518 h 5174079"/>
              <a:gd name="connsiteX4" fmla="*/ 2421696 w 5665764"/>
              <a:gd name="connsiteY4" fmla="*/ 5174079 h 5174079"/>
              <a:gd name="connsiteX0" fmla="*/ 2417147 w 5665764"/>
              <a:gd name="connsiteY0" fmla="*/ 5169530 h 5169530"/>
              <a:gd name="connsiteX1" fmla="*/ 0 w 5665764"/>
              <a:gd name="connsiteY1" fmla="*/ 6440 h 5169530"/>
              <a:gd name="connsiteX2" fmla="*/ 5665764 w 5665764"/>
              <a:gd name="connsiteY2" fmla="*/ 0 h 5169530"/>
              <a:gd name="connsiteX3" fmla="*/ 5645976 w 5665764"/>
              <a:gd name="connsiteY3" fmla="*/ 5166518 h 5169530"/>
              <a:gd name="connsiteX4" fmla="*/ 2417147 w 5665764"/>
              <a:gd name="connsiteY4" fmla="*/ 5169530 h 5169530"/>
              <a:gd name="connsiteX0" fmla="*/ 2417147 w 5652116"/>
              <a:gd name="connsiteY0" fmla="*/ 5164981 h 5164981"/>
              <a:gd name="connsiteX1" fmla="*/ 0 w 5652116"/>
              <a:gd name="connsiteY1" fmla="*/ 1891 h 5164981"/>
              <a:gd name="connsiteX2" fmla="*/ 5652116 w 5652116"/>
              <a:gd name="connsiteY2" fmla="*/ 0 h 5164981"/>
              <a:gd name="connsiteX3" fmla="*/ 5645976 w 5652116"/>
              <a:gd name="connsiteY3" fmla="*/ 5161969 h 5164981"/>
              <a:gd name="connsiteX4" fmla="*/ 2417147 w 5652116"/>
              <a:gd name="connsiteY4" fmla="*/ 5164981 h 5164981"/>
              <a:gd name="connsiteX0" fmla="*/ 2417147 w 5646219"/>
              <a:gd name="connsiteY0" fmla="*/ 5163090 h 5163090"/>
              <a:gd name="connsiteX1" fmla="*/ 0 w 5646219"/>
              <a:gd name="connsiteY1" fmla="*/ 0 h 5163090"/>
              <a:gd name="connsiteX2" fmla="*/ 5638468 w 5646219"/>
              <a:gd name="connsiteY2" fmla="*/ 11757 h 5163090"/>
              <a:gd name="connsiteX3" fmla="*/ 5645976 w 5646219"/>
              <a:gd name="connsiteY3" fmla="*/ 5160078 h 5163090"/>
              <a:gd name="connsiteX4" fmla="*/ 2417147 w 5646219"/>
              <a:gd name="connsiteY4" fmla="*/ 5163090 h 5163090"/>
              <a:gd name="connsiteX0" fmla="*/ 2417147 w 5646219"/>
              <a:gd name="connsiteY0" fmla="*/ 5164981 h 5164981"/>
              <a:gd name="connsiteX1" fmla="*/ 0 w 5646219"/>
              <a:gd name="connsiteY1" fmla="*/ 1891 h 5164981"/>
              <a:gd name="connsiteX2" fmla="*/ 5638468 w 5646219"/>
              <a:gd name="connsiteY2" fmla="*/ 0 h 5164981"/>
              <a:gd name="connsiteX3" fmla="*/ 5645976 w 5646219"/>
              <a:gd name="connsiteY3" fmla="*/ 5161969 h 5164981"/>
              <a:gd name="connsiteX4" fmla="*/ 2417147 w 5646219"/>
              <a:gd name="connsiteY4" fmla="*/ 5164981 h 5164981"/>
              <a:gd name="connsiteX0" fmla="*/ 2417147 w 5641803"/>
              <a:gd name="connsiteY0" fmla="*/ 5164981 h 5164981"/>
              <a:gd name="connsiteX1" fmla="*/ 0 w 5641803"/>
              <a:gd name="connsiteY1" fmla="*/ 1891 h 5164981"/>
              <a:gd name="connsiteX2" fmla="*/ 5638468 w 5641803"/>
              <a:gd name="connsiteY2" fmla="*/ 0 h 5164981"/>
              <a:gd name="connsiteX3" fmla="*/ 5641426 w 5641803"/>
              <a:gd name="connsiteY3" fmla="*/ 5161969 h 5164981"/>
              <a:gd name="connsiteX4" fmla="*/ 2417147 w 5641803"/>
              <a:gd name="connsiteY4" fmla="*/ 5164981 h 5164981"/>
              <a:gd name="connsiteX0" fmla="*/ 2417147 w 5643017"/>
              <a:gd name="connsiteY0" fmla="*/ 5174079 h 5174079"/>
              <a:gd name="connsiteX1" fmla="*/ 0 w 5643017"/>
              <a:gd name="connsiteY1" fmla="*/ 10989 h 5174079"/>
              <a:gd name="connsiteX2" fmla="*/ 5643017 w 5643017"/>
              <a:gd name="connsiteY2" fmla="*/ 0 h 5174079"/>
              <a:gd name="connsiteX3" fmla="*/ 5641426 w 5643017"/>
              <a:gd name="connsiteY3" fmla="*/ 5171067 h 5174079"/>
              <a:gd name="connsiteX4" fmla="*/ 2417147 w 5643017"/>
              <a:gd name="connsiteY4" fmla="*/ 5174079 h 5174079"/>
              <a:gd name="connsiteX0" fmla="*/ 2417147 w 5643017"/>
              <a:gd name="connsiteY0" fmla="*/ 5174079 h 5174079"/>
              <a:gd name="connsiteX1" fmla="*/ 0 w 5643017"/>
              <a:gd name="connsiteY1" fmla="*/ 4609 h 5174079"/>
              <a:gd name="connsiteX2" fmla="*/ 5643017 w 5643017"/>
              <a:gd name="connsiteY2" fmla="*/ 0 h 5174079"/>
              <a:gd name="connsiteX3" fmla="*/ 5641426 w 5643017"/>
              <a:gd name="connsiteY3" fmla="*/ 5171067 h 5174079"/>
              <a:gd name="connsiteX4" fmla="*/ 2417147 w 5643017"/>
              <a:gd name="connsiteY4" fmla="*/ 5174079 h 5174079"/>
              <a:gd name="connsiteX0" fmla="*/ 2417147 w 5654316"/>
              <a:gd name="connsiteY0" fmla="*/ 5174079 h 5177448"/>
              <a:gd name="connsiteX1" fmla="*/ 0 w 5654316"/>
              <a:gd name="connsiteY1" fmla="*/ 4609 h 5177448"/>
              <a:gd name="connsiteX2" fmla="*/ 5643017 w 5654316"/>
              <a:gd name="connsiteY2" fmla="*/ 0 h 5177448"/>
              <a:gd name="connsiteX3" fmla="*/ 5654126 w 5654316"/>
              <a:gd name="connsiteY3" fmla="*/ 5177448 h 5177448"/>
              <a:gd name="connsiteX4" fmla="*/ 2417147 w 5654316"/>
              <a:gd name="connsiteY4" fmla="*/ 5174079 h 5177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54316" h="5177448">
                <a:moveTo>
                  <a:pt x="2417147" y="5174079"/>
                </a:moveTo>
                <a:lnTo>
                  <a:pt x="0" y="4609"/>
                </a:lnTo>
                <a:lnTo>
                  <a:pt x="5643017" y="0"/>
                </a:lnTo>
                <a:cubicBezTo>
                  <a:pt x="5640970" y="1720656"/>
                  <a:pt x="5656173" y="3456792"/>
                  <a:pt x="5654126" y="5177448"/>
                </a:cubicBezTo>
                <a:lnTo>
                  <a:pt x="2417147" y="517407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4pPr>
              <a:defRPr>
                <a:ln>
                  <a:solidFill>
                    <a:schemeClr val="accent1"/>
                  </a:solidFill>
                </a:ln>
                <a:solidFill>
                  <a:schemeClr val="accent1"/>
                </a:solidFill>
              </a:defRPr>
            </a:lvl4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1"/>
          </p:nvPr>
        </p:nvSpPr>
        <p:spPr bwMode="auto">
          <a:xfrm>
            <a:off x="4429719" y="-4153"/>
            <a:ext cx="4711557" cy="5154092"/>
          </a:xfrm>
          <a:custGeom>
            <a:avLst/>
            <a:gdLst>
              <a:gd name="connsiteX0" fmla="*/ 0 w 1466850"/>
              <a:gd name="connsiteY0" fmla="*/ 1608226 h 1608226"/>
              <a:gd name="connsiteX1" fmla="*/ 366713 w 1466850"/>
              <a:gd name="connsiteY1" fmla="*/ 0 h 1608226"/>
              <a:gd name="connsiteX2" fmla="*/ 1466850 w 1466850"/>
              <a:gd name="connsiteY2" fmla="*/ 0 h 1608226"/>
              <a:gd name="connsiteX3" fmla="*/ 1100138 w 1466850"/>
              <a:gd name="connsiteY3" fmla="*/ 1608226 h 1608226"/>
              <a:gd name="connsiteX4" fmla="*/ 0 w 1466850"/>
              <a:gd name="connsiteY4" fmla="*/ 1608226 h 1608226"/>
              <a:gd name="connsiteX0" fmla="*/ 0 w 2304312"/>
              <a:gd name="connsiteY0" fmla="*/ 1608226 h 1614665"/>
              <a:gd name="connsiteX1" fmla="*/ 366713 w 2304312"/>
              <a:gd name="connsiteY1" fmla="*/ 0 h 1614665"/>
              <a:gd name="connsiteX2" fmla="*/ 1466850 w 2304312"/>
              <a:gd name="connsiteY2" fmla="*/ 0 h 1614665"/>
              <a:gd name="connsiteX3" fmla="*/ 2304312 w 2304312"/>
              <a:gd name="connsiteY3" fmla="*/ 1614665 h 1614665"/>
              <a:gd name="connsiteX4" fmla="*/ 0 w 2304312"/>
              <a:gd name="connsiteY4" fmla="*/ 1608226 h 1614665"/>
              <a:gd name="connsiteX0" fmla="*/ 0 w 4725205"/>
              <a:gd name="connsiteY0" fmla="*/ 5162795 h 5169234"/>
              <a:gd name="connsiteX1" fmla="*/ 366713 w 4725205"/>
              <a:gd name="connsiteY1" fmla="*/ 3554569 h 5169234"/>
              <a:gd name="connsiteX2" fmla="*/ 4725205 w 4725205"/>
              <a:gd name="connsiteY2" fmla="*/ 0 h 5169234"/>
              <a:gd name="connsiteX3" fmla="*/ 2304312 w 4725205"/>
              <a:gd name="connsiteY3" fmla="*/ 5169234 h 5169234"/>
              <a:gd name="connsiteX4" fmla="*/ 0 w 4725205"/>
              <a:gd name="connsiteY4" fmla="*/ 5162795 h 5169234"/>
              <a:gd name="connsiteX0" fmla="*/ 0 w 4725205"/>
              <a:gd name="connsiteY0" fmla="*/ 5162795 h 5169234"/>
              <a:gd name="connsiteX1" fmla="*/ 2369378 w 4725205"/>
              <a:gd name="connsiteY1" fmla="*/ 19319 h 5169234"/>
              <a:gd name="connsiteX2" fmla="*/ 4725205 w 4725205"/>
              <a:gd name="connsiteY2" fmla="*/ 0 h 5169234"/>
              <a:gd name="connsiteX3" fmla="*/ 2304312 w 4725205"/>
              <a:gd name="connsiteY3" fmla="*/ 5169234 h 5169234"/>
              <a:gd name="connsiteX4" fmla="*/ 0 w 4725205"/>
              <a:gd name="connsiteY4" fmla="*/ 5162795 h 5169234"/>
              <a:gd name="connsiteX0" fmla="*/ 0 w 4725205"/>
              <a:gd name="connsiteY0" fmla="*/ 5162795 h 5169234"/>
              <a:gd name="connsiteX1" fmla="*/ 2382257 w 4725205"/>
              <a:gd name="connsiteY1" fmla="*/ 1 h 5169234"/>
              <a:gd name="connsiteX2" fmla="*/ 4725205 w 4725205"/>
              <a:gd name="connsiteY2" fmla="*/ 0 h 5169234"/>
              <a:gd name="connsiteX3" fmla="*/ 2304312 w 4725205"/>
              <a:gd name="connsiteY3" fmla="*/ 5169234 h 5169234"/>
              <a:gd name="connsiteX4" fmla="*/ 0 w 4725205"/>
              <a:gd name="connsiteY4" fmla="*/ 5162795 h 5169234"/>
              <a:gd name="connsiteX0" fmla="*/ 0 w 4720656"/>
              <a:gd name="connsiteY0" fmla="*/ 5176443 h 5176443"/>
              <a:gd name="connsiteX1" fmla="*/ 2377708 w 4720656"/>
              <a:gd name="connsiteY1" fmla="*/ 1 h 5176443"/>
              <a:gd name="connsiteX2" fmla="*/ 4720656 w 4720656"/>
              <a:gd name="connsiteY2" fmla="*/ 0 h 5176443"/>
              <a:gd name="connsiteX3" fmla="*/ 2299763 w 4720656"/>
              <a:gd name="connsiteY3" fmla="*/ 5169234 h 5176443"/>
              <a:gd name="connsiteX4" fmla="*/ 0 w 4720656"/>
              <a:gd name="connsiteY4" fmla="*/ 5176443 h 5176443"/>
              <a:gd name="connsiteX0" fmla="*/ 0 w 4720656"/>
              <a:gd name="connsiteY0" fmla="*/ 5176443 h 5176443"/>
              <a:gd name="connsiteX1" fmla="*/ 2377708 w 4720656"/>
              <a:gd name="connsiteY1" fmla="*/ 1 h 5176443"/>
              <a:gd name="connsiteX2" fmla="*/ 4720656 w 4720656"/>
              <a:gd name="connsiteY2" fmla="*/ 0 h 5176443"/>
              <a:gd name="connsiteX3" fmla="*/ 2299763 w 4720656"/>
              <a:gd name="connsiteY3" fmla="*/ 5169234 h 5176443"/>
              <a:gd name="connsiteX4" fmla="*/ 0 w 4720656"/>
              <a:gd name="connsiteY4" fmla="*/ 5176443 h 5176443"/>
              <a:gd name="connsiteX0" fmla="*/ 0 w 4711557"/>
              <a:gd name="connsiteY0" fmla="*/ 5167345 h 5169234"/>
              <a:gd name="connsiteX1" fmla="*/ 2368609 w 4711557"/>
              <a:gd name="connsiteY1" fmla="*/ 1 h 5169234"/>
              <a:gd name="connsiteX2" fmla="*/ 4711557 w 4711557"/>
              <a:gd name="connsiteY2" fmla="*/ 0 h 5169234"/>
              <a:gd name="connsiteX3" fmla="*/ 2290664 w 4711557"/>
              <a:gd name="connsiteY3" fmla="*/ 5169234 h 5169234"/>
              <a:gd name="connsiteX4" fmla="*/ 0 w 4711557"/>
              <a:gd name="connsiteY4" fmla="*/ 5167345 h 5169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11557" h="5169234">
                <a:moveTo>
                  <a:pt x="0" y="5167345"/>
                </a:moveTo>
                <a:lnTo>
                  <a:pt x="2368609" y="1"/>
                </a:lnTo>
                <a:lnTo>
                  <a:pt x="4711557" y="0"/>
                </a:lnTo>
                <a:lnTo>
                  <a:pt x="2290664" y="5169234"/>
                </a:lnTo>
                <a:lnTo>
                  <a:pt x="0" y="5167345"/>
                </a:lnTo>
                <a:close/>
              </a:path>
            </a:pathLst>
          </a:custGeom>
          <a:solidFill>
            <a:srgbClr val="FF5451">
              <a:alpha val="5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4pPr>
              <a:defRPr>
                <a:ln>
                  <a:solidFill>
                    <a:srgbClr val="FF5451"/>
                  </a:solidFill>
                </a:ln>
                <a:solidFill>
                  <a:srgbClr val="FF5451"/>
                </a:solidFill>
              </a:defRPr>
            </a:lvl4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113728" y="1066801"/>
            <a:ext cx="3562911" cy="350998"/>
          </a:xfrm>
        </p:spPr>
        <p:txBody>
          <a:bodyPr anchor="b">
            <a:noAutofit/>
          </a:bodyPr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Bildplatzhalter"/>
          <p:cNvSpPr>
            <a:spLocks noGrp="1"/>
          </p:cNvSpPr>
          <p:nvPr>
            <p:ph type="pic" sz="quarter" idx="10"/>
          </p:nvPr>
        </p:nvSpPr>
        <p:spPr bwMode="auto">
          <a:xfrm>
            <a:off x="-1" y="0"/>
            <a:ext cx="6115051" cy="5149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800" baseline="0"/>
            </a:lvl1pPr>
          </a:lstStyle>
          <a:p>
            <a:pPr lvl="0"/>
            <a:r>
              <a:rPr lang="de-DE" noProof="0"/>
              <a:t>Bild durch Klicken auf Symbol hinzufügen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113728" y="1447164"/>
            <a:ext cx="3562911" cy="2201545"/>
          </a:xfrm>
        </p:spPr>
        <p:txBody>
          <a:bodyPr anchor="t"/>
          <a:lstStyle>
            <a:lvl1pPr algn="r">
              <a:defRPr sz="2800" b="1" cap="all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br>
              <a:rPr lang="de-DE"/>
            </a:b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4199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folie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platzhalter 4"/>
          <p:cNvSpPr>
            <a:spLocks noGrp="1"/>
          </p:cNvSpPr>
          <p:nvPr>
            <p:ph type="body" sz="quarter" idx="13"/>
          </p:nvPr>
        </p:nvSpPr>
        <p:spPr bwMode="auto">
          <a:xfrm flipH="1">
            <a:off x="-14439" y="-5922"/>
            <a:ext cx="5654316" cy="5152775"/>
          </a:xfrm>
          <a:custGeom>
            <a:avLst/>
            <a:gdLst>
              <a:gd name="connsiteX0" fmla="*/ 0 w 2419350"/>
              <a:gd name="connsiteY0" fmla="*/ 5172957 h 5172957"/>
              <a:gd name="connsiteX1" fmla="*/ 604838 w 2419350"/>
              <a:gd name="connsiteY1" fmla="*/ 0 h 5172957"/>
              <a:gd name="connsiteX2" fmla="*/ 1814513 w 2419350"/>
              <a:gd name="connsiteY2" fmla="*/ 0 h 5172957"/>
              <a:gd name="connsiteX3" fmla="*/ 2419350 w 2419350"/>
              <a:gd name="connsiteY3" fmla="*/ 5172957 h 5172957"/>
              <a:gd name="connsiteX4" fmla="*/ 0 w 2419350"/>
              <a:gd name="connsiteY4" fmla="*/ 5172957 h 5172957"/>
              <a:gd name="connsiteX0" fmla="*/ 0 w 2439138"/>
              <a:gd name="connsiteY0" fmla="*/ 5172957 h 5172957"/>
              <a:gd name="connsiteX1" fmla="*/ 604838 w 2439138"/>
              <a:gd name="connsiteY1" fmla="*/ 0 h 5172957"/>
              <a:gd name="connsiteX2" fmla="*/ 2439138 w 2439138"/>
              <a:gd name="connsiteY2" fmla="*/ 6439 h 5172957"/>
              <a:gd name="connsiteX3" fmla="*/ 2419350 w 2439138"/>
              <a:gd name="connsiteY3" fmla="*/ 5172957 h 5172957"/>
              <a:gd name="connsiteX4" fmla="*/ 0 w 2439138"/>
              <a:gd name="connsiteY4" fmla="*/ 5172957 h 5172957"/>
              <a:gd name="connsiteX0" fmla="*/ 3226626 w 5665764"/>
              <a:gd name="connsiteY0" fmla="*/ 5166518 h 5166518"/>
              <a:gd name="connsiteX1" fmla="*/ 0 w 5665764"/>
              <a:gd name="connsiteY1" fmla="*/ 6440 h 5166518"/>
              <a:gd name="connsiteX2" fmla="*/ 5665764 w 5665764"/>
              <a:gd name="connsiteY2" fmla="*/ 0 h 5166518"/>
              <a:gd name="connsiteX3" fmla="*/ 5645976 w 5665764"/>
              <a:gd name="connsiteY3" fmla="*/ 5166518 h 5166518"/>
              <a:gd name="connsiteX4" fmla="*/ 3226626 w 5665764"/>
              <a:gd name="connsiteY4" fmla="*/ 5166518 h 5166518"/>
              <a:gd name="connsiteX0" fmla="*/ 2421696 w 5665764"/>
              <a:gd name="connsiteY0" fmla="*/ 5192275 h 5192275"/>
              <a:gd name="connsiteX1" fmla="*/ 0 w 5665764"/>
              <a:gd name="connsiteY1" fmla="*/ 6440 h 5192275"/>
              <a:gd name="connsiteX2" fmla="*/ 5665764 w 5665764"/>
              <a:gd name="connsiteY2" fmla="*/ 0 h 5192275"/>
              <a:gd name="connsiteX3" fmla="*/ 5645976 w 5665764"/>
              <a:gd name="connsiteY3" fmla="*/ 5166518 h 5192275"/>
              <a:gd name="connsiteX4" fmla="*/ 2421696 w 5665764"/>
              <a:gd name="connsiteY4" fmla="*/ 5192275 h 5192275"/>
              <a:gd name="connsiteX0" fmla="*/ 2421696 w 5665764"/>
              <a:gd name="connsiteY0" fmla="*/ 5183177 h 5183177"/>
              <a:gd name="connsiteX1" fmla="*/ 0 w 5665764"/>
              <a:gd name="connsiteY1" fmla="*/ 6440 h 5183177"/>
              <a:gd name="connsiteX2" fmla="*/ 5665764 w 5665764"/>
              <a:gd name="connsiteY2" fmla="*/ 0 h 5183177"/>
              <a:gd name="connsiteX3" fmla="*/ 5645976 w 5665764"/>
              <a:gd name="connsiteY3" fmla="*/ 5166518 h 5183177"/>
              <a:gd name="connsiteX4" fmla="*/ 2421696 w 5665764"/>
              <a:gd name="connsiteY4" fmla="*/ 5183177 h 5183177"/>
              <a:gd name="connsiteX0" fmla="*/ 2421696 w 5665764"/>
              <a:gd name="connsiteY0" fmla="*/ 5174079 h 5174079"/>
              <a:gd name="connsiteX1" fmla="*/ 0 w 5665764"/>
              <a:gd name="connsiteY1" fmla="*/ 6440 h 5174079"/>
              <a:gd name="connsiteX2" fmla="*/ 5665764 w 5665764"/>
              <a:gd name="connsiteY2" fmla="*/ 0 h 5174079"/>
              <a:gd name="connsiteX3" fmla="*/ 5645976 w 5665764"/>
              <a:gd name="connsiteY3" fmla="*/ 5166518 h 5174079"/>
              <a:gd name="connsiteX4" fmla="*/ 2421696 w 5665764"/>
              <a:gd name="connsiteY4" fmla="*/ 5174079 h 5174079"/>
              <a:gd name="connsiteX0" fmla="*/ 2417147 w 5665764"/>
              <a:gd name="connsiteY0" fmla="*/ 5169530 h 5169530"/>
              <a:gd name="connsiteX1" fmla="*/ 0 w 5665764"/>
              <a:gd name="connsiteY1" fmla="*/ 6440 h 5169530"/>
              <a:gd name="connsiteX2" fmla="*/ 5665764 w 5665764"/>
              <a:gd name="connsiteY2" fmla="*/ 0 h 5169530"/>
              <a:gd name="connsiteX3" fmla="*/ 5645976 w 5665764"/>
              <a:gd name="connsiteY3" fmla="*/ 5166518 h 5169530"/>
              <a:gd name="connsiteX4" fmla="*/ 2417147 w 5665764"/>
              <a:gd name="connsiteY4" fmla="*/ 5169530 h 5169530"/>
              <a:gd name="connsiteX0" fmla="*/ 2417147 w 5652116"/>
              <a:gd name="connsiteY0" fmla="*/ 5164981 h 5164981"/>
              <a:gd name="connsiteX1" fmla="*/ 0 w 5652116"/>
              <a:gd name="connsiteY1" fmla="*/ 1891 h 5164981"/>
              <a:gd name="connsiteX2" fmla="*/ 5652116 w 5652116"/>
              <a:gd name="connsiteY2" fmla="*/ 0 h 5164981"/>
              <a:gd name="connsiteX3" fmla="*/ 5645976 w 5652116"/>
              <a:gd name="connsiteY3" fmla="*/ 5161969 h 5164981"/>
              <a:gd name="connsiteX4" fmla="*/ 2417147 w 5652116"/>
              <a:gd name="connsiteY4" fmla="*/ 5164981 h 5164981"/>
              <a:gd name="connsiteX0" fmla="*/ 2417147 w 5646219"/>
              <a:gd name="connsiteY0" fmla="*/ 5163090 h 5163090"/>
              <a:gd name="connsiteX1" fmla="*/ 0 w 5646219"/>
              <a:gd name="connsiteY1" fmla="*/ 0 h 5163090"/>
              <a:gd name="connsiteX2" fmla="*/ 5638468 w 5646219"/>
              <a:gd name="connsiteY2" fmla="*/ 11757 h 5163090"/>
              <a:gd name="connsiteX3" fmla="*/ 5645976 w 5646219"/>
              <a:gd name="connsiteY3" fmla="*/ 5160078 h 5163090"/>
              <a:gd name="connsiteX4" fmla="*/ 2417147 w 5646219"/>
              <a:gd name="connsiteY4" fmla="*/ 5163090 h 5163090"/>
              <a:gd name="connsiteX0" fmla="*/ 2417147 w 5646219"/>
              <a:gd name="connsiteY0" fmla="*/ 5164981 h 5164981"/>
              <a:gd name="connsiteX1" fmla="*/ 0 w 5646219"/>
              <a:gd name="connsiteY1" fmla="*/ 1891 h 5164981"/>
              <a:gd name="connsiteX2" fmla="*/ 5638468 w 5646219"/>
              <a:gd name="connsiteY2" fmla="*/ 0 h 5164981"/>
              <a:gd name="connsiteX3" fmla="*/ 5645976 w 5646219"/>
              <a:gd name="connsiteY3" fmla="*/ 5161969 h 5164981"/>
              <a:gd name="connsiteX4" fmla="*/ 2417147 w 5646219"/>
              <a:gd name="connsiteY4" fmla="*/ 5164981 h 5164981"/>
              <a:gd name="connsiteX0" fmla="*/ 2417147 w 5641803"/>
              <a:gd name="connsiteY0" fmla="*/ 5164981 h 5164981"/>
              <a:gd name="connsiteX1" fmla="*/ 0 w 5641803"/>
              <a:gd name="connsiteY1" fmla="*/ 1891 h 5164981"/>
              <a:gd name="connsiteX2" fmla="*/ 5638468 w 5641803"/>
              <a:gd name="connsiteY2" fmla="*/ 0 h 5164981"/>
              <a:gd name="connsiteX3" fmla="*/ 5641426 w 5641803"/>
              <a:gd name="connsiteY3" fmla="*/ 5161969 h 5164981"/>
              <a:gd name="connsiteX4" fmla="*/ 2417147 w 5641803"/>
              <a:gd name="connsiteY4" fmla="*/ 5164981 h 5164981"/>
              <a:gd name="connsiteX0" fmla="*/ 2417147 w 5643017"/>
              <a:gd name="connsiteY0" fmla="*/ 5174079 h 5174079"/>
              <a:gd name="connsiteX1" fmla="*/ 0 w 5643017"/>
              <a:gd name="connsiteY1" fmla="*/ 10989 h 5174079"/>
              <a:gd name="connsiteX2" fmla="*/ 5643017 w 5643017"/>
              <a:gd name="connsiteY2" fmla="*/ 0 h 5174079"/>
              <a:gd name="connsiteX3" fmla="*/ 5641426 w 5643017"/>
              <a:gd name="connsiteY3" fmla="*/ 5171067 h 5174079"/>
              <a:gd name="connsiteX4" fmla="*/ 2417147 w 5643017"/>
              <a:gd name="connsiteY4" fmla="*/ 5174079 h 5174079"/>
              <a:gd name="connsiteX0" fmla="*/ 2417147 w 5643017"/>
              <a:gd name="connsiteY0" fmla="*/ 5174079 h 5174079"/>
              <a:gd name="connsiteX1" fmla="*/ 0 w 5643017"/>
              <a:gd name="connsiteY1" fmla="*/ 4609 h 5174079"/>
              <a:gd name="connsiteX2" fmla="*/ 5643017 w 5643017"/>
              <a:gd name="connsiteY2" fmla="*/ 0 h 5174079"/>
              <a:gd name="connsiteX3" fmla="*/ 5641426 w 5643017"/>
              <a:gd name="connsiteY3" fmla="*/ 5171067 h 5174079"/>
              <a:gd name="connsiteX4" fmla="*/ 2417147 w 5643017"/>
              <a:gd name="connsiteY4" fmla="*/ 5174079 h 5174079"/>
              <a:gd name="connsiteX0" fmla="*/ 2417147 w 5654316"/>
              <a:gd name="connsiteY0" fmla="*/ 5174079 h 5177448"/>
              <a:gd name="connsiteX1" fmla="*/ 0 w 5654316"/>
              <a:gd name="connsiteY1" fmla="*/ 4609 h 5177448"/>
              <a:gd name="connsiteX2" fmla="*/ 5643017 w 5654316"/>
              <a:gd name="connsiteY2" fmla="*/ 0 h 5177448"/>
              <a:gd name="connsiteX3" fmla="*/ 5654126 w 5654316"/>
              <a:gd name="connsiteY3" fmla="*/ 5177448 h 5177448"/>
              <a:gd name="connsiteX4" fmla="*/ 2417147 w 5654316"/>
              <a:gd name="connsiteY4" fmla="*/ 5174079 h 5177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54316" h="5177448">
                <a:moveTo>
                  <a:pt x="2417147" y="5174079"/>
                </a:moveTo>
                <a:lnTo>
                  <a:pt x="0" y="4609"/>
                </a:lnTo>
                <a:lnTo>
                  <a:pt x="5643017" y="0"/>
                </a:lnTo>
                <a:cubicBezTo>
                  <a:pt x="5640970" y="1720656"/>
                  <a:pt x="5656173" y="3456792"/>
                  <a:pt x="5654126" y="5177448"/>
                </a:cubicBezTo>
                <a:lnTo>
                  <a:pt x="2417147" y="517407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4pPr>
              <a:defRPr>
                <a:ln>
                  <a:noFill/>
                </a:ln>
                <a:noFill/>
              </a:defRPr>
            </a:lvl4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1"/>
          </p:nvPr>
        </p:nvSpPr>
        <p:spPr bwMode="auto">
          <a:xfrm flipH="1">
            <a:off x="-14439" y="-4153"/>
            <a:ext cx="4711557" cy="5154092"/>
          </a:xfrm>
          <a:custGeom>
            <a:avLst/>
            <a:gdLst>
              <a:gd name="connsiteX0" fmla="*/ 0 w 1466850"/>
              <a:gd name="connsiteY0" fmla="*/ 1608226 h 1608226"/>
              <a:gd name="connsiteX1" fmla="*/ 366713 w 1466850"/>
              <a:gd name="connsiteY1" fmla="*/ 0 h 1608226"/>
              <a:gd name="connsiteX2" fmla="*/ 1466850 w 1466850"/>
              <a:gd name="connsiteY2" fmla="*/ 0 h 1608226"/>
              <a:gd name="connsiteX3" fmla="*/ 1100138 w 1466850"/>
              <a:gd name="connsiteY3" fmla="*/ 1608226 h 1608226"/>
              <a:gd name="connsiteX4" fmla="*/ 0 w 1466850"/>
              <a:gd name="connsiteY4" fmla="*/ 1608226 h 1608226"/>
              <a:gd name="connsiteX0" fmla="*/ 0 w 2304312"/>
              <a:gd name="connsiteY0" fmla="*/ 1608226 h 1614665"/>
              <a:gd name="connsiteX1" fmla="*/ 366713 w 2304312"/>
              <a:gd name="connsiteY1" fmla="*/ 0 h 1614665"/>
              <a:gd name="connsiteX2" fmla="*/ 1466850 w 2304312"/>
              <a:gd name="connsiteY2" fmla="*/ 0 h 1614665"/>
              <a:gd name="connsiteX3" fmla="*/ 2304312 w 2304312"/>
              <a:gd name="connsiteY3" fmla="*/ 1614665 h 1614665"/>
              <a:gd name="connsiteX4" fmla="*/ 0 w 2304312"/>
              <a:gd name="connsiteY4" fmla="*/ 1608226 h 1614665"/>
              <a:gd name="connsiteX0" fmla="*/ 0 w 4725205"/>
              <a:gd name="connsiteY0" fmla="*/ 5162795 h 5169234"/>
              <a:gd name="connsiteX1" fmla="*/ 366713 w 4725205"/>
              <a:gd name="connsiteY1" fmla="*/ 3554569 h 5169234"/>
              <a:gd name="connsiteX2" fmla="*/ 4725205 w 4725205"/>
              <a:gd name="connsiteY2" fmla="*/ 0 h 5169234"/>
              <a:gd name="connsiteX3" fmla="*/ 2304312 w 4725205"/>
              <a:gd name="connsiteY3" fmla="*/ 5169234 h 5169234"/>
              <a:gd name="connsiteX4" fmla="*/ 0 w 4725205"/>
              <a:gd name="connsiteY4" fmla="*/ 5162795 h 5169234"/>
              <a:gd name="connsiteX0" fmla="*/ 0 w 4725205"/>
              <a:gd name="connsiteY0" fmla="*/ 5162795 h 5169234"/>
              <a:gd name="connsiteX1" fmla="*/ 2369378 w 4725205"/>
              <a:gd name="connsiteY1" fmla="*/ 19319 h 5169234"/>
              <a:gd name="connsiteX2" fmla="*/ 4725205 w 4725205"/>
              <a:gd name="connsiteY2" fmla="*/ 0 h 5169234"/>
              <a:gd name="connsiteX3" fmla="*/ 2304312 w 4725205"/>
              <a:gd name="connsiteY3" fmla="*/ 5169234 h 5169234"/>
              <a:gd name="connsiteX4" fmla="*/ 0 w 4725205"/>
              <a:gd name="connsiteY4" fmla="*/ 5162795 h 5169234"/>
              <a:gd name="connsiteX0" fmla="*/ 0 w 4725205"/>
              <a:gd name="connsiteY0" fmla="*/ 5162795 h 5169234"/>
              <a:gd name="connsiteX1" fmla="*/ 2382257 w 4725205"/>
              <a:gd name="connsiteY1" fmla="*/ 1 h 5169234"/>
              <a:gd name="connsiteX2" fmla="*/ 4725205 w 4725205"/>
              <a:gd name="connsiteY2" fmla="*/ 0 h 5169234"/>
              <a:gd name="connsiteX3" fmla="*/ 2304312 w 4725205"/>
              <a:gd name="connsiteY3" fmla="*/ 5169234 h 5169234"/>
              <a:gd name="connsiteX4" fmla="*/ 0 w 4725205"/>
              <a:gd name="connsiteY4" fmla="*/ 5162795 h 5169234"/>
              <a:gd name="connsiteX0" fmla="*/ 0 w 4720656"/>
              <a:gd name="connsiteY0" fmla="*/ 5176443 h 5176443"/>
              <a:gd name="connsiteX1" fmla="*/ 2377708 w 4720656"/>
              <a:gd name="connsiteY1" fmla="*/ 1 h 5176443"/>
              <a:gd name="connsiteX2" fmla="*/ 4720656 w 4720656"/>
              <a:gd name="connsiteY2" fmla="*/ 0 h 5176443"/>
              <a:gd name="connsiteX3" fmla="*/ 2299763 w 4720656"/>
              <a:gd name="connsiteY3" fmla="*/ 5169234 h 5176443"/>
              <a:gd name="connsiteX4" fmla="*/ 0 w 4720656"/>
              <a:gd name="connsiteY4" fmla="*/ 5176443 h 5176443"/>
              <a:gd name="connsiteX0" fmla="*/ 0 w 4720656"/>
              <a:gd name="connsiteY0" fmla="*/ 5176443 h 5176443"/>
              <a:gd name="connsiteX1" fmla="*/ 2377708 w 4720656"/>
              <a:gd name="connsiteY1" fmla="*/ 1 h 5176443"/>
              <a:gd name="connsiteX2" fmla="*/ 4720656 w 4720656"/>
              <a:gd name="connsiteY2" fmla="*/ 0 h 5176443"/>
              <a:gd name="connsiteX3" fmla="*/ 2299763 w 4720656"/>
              <a:gd name="connsiteY3" fmla="*/ 5169234 h 5176443"/>
              <a:gd name="connsiteX4" fmla="*/ 0 w 4720656"/>
              <a:gd name="connsiteY4" fmla="*/ 5176443 h 5176443"/>
              <a:gd name="connsiteX0" fmla="*/ 0 w 4711557"/>
              <a:gd name="connsiteY0" fmla="*/ 5167345 h 5169234"/>
              <a:gd name="connsiteX1" fmla="*/ 2368609 w 4711557"/>
              <a:gd name="connsiteY1" fmla="*/ 1 h 5169234"/>
              <a:gd name="connsiteX2" fmla="*/ 4711557 w 4711557"/>
              <a:gd name="connsiteY2" fmla="*/ 0 h 5169234"/>
              <a:gd name="connsiteX3" fmla="*/ 2290664 w 4711557"/>
              <a:gd name="connsiteY3" fmla="*/ 5169234 h 5169234"/>
              <a:gd name="connsiteX4" fmla="*/ 0 w 4711557"/>
              <a:gd name="connsiteY4" fmla="*/ 5167345 h 5169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11557" h="5169234">
                <a:moveTo>
                  <a:pt x="0" y="5167345"/>
                </a:moveTo>
                <a:lnTo>
                  <a:pt x="2368609" y="1"/>
                </a:lnTo>
                <a:lnTo>
                  <a:pt x="4711557" y="0"/>
                </a:lnTo>
                <a:lnTo>
                  <a:pt x="2290664" y="5169234"/>
                </a:lnTo>
                <a:lnTo>
                  <a:pt x="0" y="5167345"/>
                </a:lnTo>
                <a:close/>
              </a:path>
            </a:pathLst>
          </a:custGeom>
          <a:solidFill>
            <a:srgbClr val="FF5451">
              <a:alpha val="5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4pPr>
              <a:defRPr>
                <a:ln>
                  <a:noFill/>
                </a:ln>
                <a:noFill/>
              </a:defRPr>
            </a:lvl4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71878" y="1066801"/>
            <a:ext cx="3562911" cy="350998"/>
          </a:xfrm>
        </p:spPr>
        <p:txBody>
          <a:bodyPr anchor="b"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Bildplatzhalter"/>
          <p:cNvSpPr>
            <a:spLocks noGrp="1"/>
          </p:cNvSpPr>
          <p:nvPr>
            <p:ph type="pic" sz="quarter" idx="10"/>
          </p:nvPr>
        </p:nvSpPr>
        <p:spPr bwMode="auto">
          <a:xfrm>
            <a:off x="2711450" y="0"/>
            <a:ext cx="6432551" cy="5149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800" baseline="0"/>
            </a:lvl1pPr>
          </a:lstStyle>
          <a:p>
            <a:pPr lvl="0"/>
            <a:r>
              <a:rPr lang="de-DE" noProof="0"/>
              <a:t>Bild durch Klicken auf Symbol hinzufügen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1878" y="1447164"/>
            <a:ext cx="3562911" cy="2201545"/>
          </a:xfrm>
        </p:spPr>
        <p:txBody>
          <a:bodyPr anchor="t"/>
          <a:lstStyle>
            <a:lvl1pPr algn="l">
              <a:defRPr sz="2800" b="1" cap="all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848712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folie ohne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9300" y="0"/>
            <a:ext cx="33147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57588" y="2078847"/>
            <a:ext cx="6400800" cy="1487313"/>
          </a:xfrm>
          <a:prstGeom prst="rect">
            <a:avLst/>
          </a:prstGeom>
        </p:spPr>
        <p:txBody>
          <a:bodyPr anchor="t"/>
          <a:lstStyle>
            <a:lvl1pPr>
              <a:defRPr sz="2800">
                <a:solidFill>
                  <a:srgbClr val="262A3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257587" y="1740092"/>
            <a:ext cx="6400800" cy="3387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rgbClr val="262A3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</a:p>
        </p:txBody>
      </p:sp>
      <p:cxnSp>
        <p:nvCxnSpPr>
          <p:cNvPr id="9" name="Gerade Verbindung 10"/>
          <p:cNvCxnSpPr/>
          <p:nvPr userDrawn="1"/>
        </p:nvCxnSpPr>
        <p:spPr>
          <a:xfrm>
            <a:off x="457200" y="4713670"/>
            <a:ext cx="5731459" cy="0"/>
          </a:xfrm>
          <a:prstGeom prst="line">
            <a:avLst/>
          </a:prstGeom>
          <a:ln w="3175" cmpd="sng">
            <a:solidFill>
              <a:srgbClr val="D841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Grafik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769366"/>
            <a:ext cx="547323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106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(formatfülle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ildplatzhalter 11"/>
          <p:cNvSpPr>
            <a:spLocks noGrp="1"/>
          </p:cNvSpPr>
          <p:nvPr>
            <p:ph type="pic" sz="quarter" idx="15"/>
          </p:nvPr>
        </p:nvSpPr>
        <p:spPr>
          <a:xfrm>
            <a:off x="8468" y="8468"/>
            <a:ext cx="9135532" cy="5135032"/>
          </a:xfrm>
        </p:spPr>
        <p:txBody>
          <a:bodyPr rtlCol="0">
            <a:normAutofit/>
          </a:bodyPr>
          <a:lstStyle/>
          <a:p>
            <a:pPr lvl="0"/>
            <a:r>
              <a:rPr lang="de-DE" noProof="0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4103798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len Dank!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093"/>
            <a:ext cx="3429000" cy="1442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Bild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8628" y="0"/>
            <a:ext cx="3524250" cy="5157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65495" y="2078847"/>
            <a:ext cx="7984797" cy="562753"/>
          </a:xfrm>
        </p:spPr>
        <p:txBody>
          <a:bodyPr anchor="t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8" name="Inhaltsplatzhalter 3"/>
          <p:cNvSpPr>
            <a:spLocks noGrp="1"/>
          </p:cNvSpPr>
          <p:nvPr>
            <p:ph sz="half" idx="2"/>
          </p:nvPr>
        </p:nvSpPr>
        <p:spPr>
          <a:xfrm>
            <a:off x="365495" y="2834640"/>
            <a:ext cx="4672172" cy="1847427"/>
          </a:xfrm>
        </p:spPr>
        <p:txBody>
          <a:bodyPr>
            <a:noAutofit/>
          </a:bodyPr>
          <a:lstStyle>
            <a:lvl1pPr marL="0" indent="0">
              <a:buNone/>
              <a:defRPr sz="1100" baseline="0">
                <a:solidFill>
                  <a:schemeClr val="tx1"/>
                </a:solidFill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543" y="260598"/>
            <a:ext cx="2924417" cy="946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649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mit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304799"/>
            <a:ext cx="8234363" cy="758825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17134"/>
            <a:ext cx="8234363" cy="2985558"/>
          </a:xfrm>
          <a:prstGeom prst="rect">
            <a:avLst/>
          </a:prstGeom>
        </p:spPr>
        <p:txBody>
          <a:bodyPr>
            <a:noAutofit/>
          </a:bodyPr>
          <a:lstStyle>
            <a:lvl1pPr marL="269875" indent="-269875">
              <a:buClr>
                <a:srgbClr val="D8413E"/>
              </a:buClr>
              <a:buFont typeface="Symbol" charset="2"/>
              <a:buChar char="-"/>
              <a:defRPr sz="1800">
                <a:solidFill>
                  <a:schemeClr val="tx1"/>
                </a:solidFill>
              </a:defRPr>
            </a:lvl1pPr>
            <a:lvl2pPr marL="714375" indent="-257175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2pPr>
            <a:lvl3pPr marL="11604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3pPr>
            <a:lvl4pPr marL="16176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4pPr>
            <a:lvl5pPr marL="2063750" indent="-234950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/>
          </p:nvPr>
        </p:nvSpPr>
        <p:spPr>
          <a:xfrm>
            <a:off x="457200" y="1125940"/>
            <a:ext cx="8234363" cy="37774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1400" cap="all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4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248790C2-FB8D-4AD1-BFB1-8D82BB9A4283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‹Nr.›</a:t>
            </a:fld>
            <a:endParaRPr lang="de-DE" altLang="de-DE" sz="100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90436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316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ohne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304799"/>
            <a:ext cx="8234363" cy="758825"/>
          </a:xfrm>
          <a:prstGeom prst="rect">
            <a:avLst/>
          </a:prstGeom>
        </p:spPr>
        <p:txBody>
          <a:bodyPr anchor="b"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223492"/>
            <a:ext cx="8234363" cy="3379199"/>
          </a:xfrm>
          <a:prstGeom prst="rect">
            <a:avLst/>
          </a:prstGeom>
        </p:spPr>
        <p:txBody>
          <a:bodyPr>
            <a:noAutofit/>
          </a:bodyPr>
          <a:lstStyle>
            <a:lvl1pPr marL="269875" indent="-269875">
              <a:buClr>
                <a:srgbClr val="D8413E"/>
              </a:buClr>
              <a:buFont typeface="Symbol" charset="2"/>
              <a:buChar char="-"/>
              <a:defRPr sz="1800">
                <a:solidFill>
                  <a:schemeClr val="tx1"/>
                </a:solidFill>
              </a:defRPr>
            </a:lvl1pPr>
            <a:lvl2pPr marL="714375" indent="-257175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2pPr>
            <a:lvl3pPr marL="11604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3pPr>
            <a:lvl4pPr marL="16176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4pPr>
            <a:lvl5pPr marL="2063750" indent="-234950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AFCF9BA9-AB08-46E1-A235-3AC71B2FE2C1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‹Nr.›</a:t>
            </a:fld>
            <a:endParaRPr lang="de-DE" altLang="de-DE" sz="100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92329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- 2 Blöck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304797"/>
            <a:ext cx="8229600" cy="758827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17133"/>
            <a:ext cx="3952240" cy="2977092"/>
          </a:xfrm>
          <a:prstGeom prst="rect">
            <a:avLst/>
          </a:prstGeom>
        </p:spPr>
        <p:txBody>
          <a:bodyPr>
            <a:noAutofit/>
          </a:bodyPr>
          <a:lstStyle>
            <a:lvl1pPr marL="269875" indent="-269875">
              <a:buClr>
                <a:srgbClr val="D8413E"/>
              </a:buClr>
              <a:buFont typeface="Symbol" charset="2"/>
              <a:buChar char="-"/>
              <a:defRPr sz="1800">
                <a:solidFill>
                  <a:schemeClr val="tx1"/>
                </a:solidFill>
              </a:defRPr>
            </a:lvl1pPr>
            <a:lvl2pPr marL="714375" indent="-257175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2pPr>
            <a:lvl3pPr marL="11604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3pPr>
            <a:lvl4pPr marL="16176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/>
          </p:nvPr>
        </p:nvSpPr>
        <p:spPr>
          <a:xfrm>
            <a:off x="457200" y="1139588"/>
            <a:ext cx="8229600" cy="364092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1400" cap="all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9" name="Inhaltsplatzhalter 2"/>
          <p:cNvSpPr>
            <a:spLocks noGrp="1"/>
          </p:cNvSpPr>
          <p:nvPr>
            <p:ph idx="14"/>
          </p:nvPr>
        </p:nvSpPr>
        <p:spPr>
          <a:xfrm>
            <a:off x="4724400" y="1617133"/>
            <a:ext cx="3962400" cy="2977092"/>
          </a:xfrm>
          <a:prstGeom prst="rect">
            <a:avLst/>
          </a:prstGeom>
        </p:spPr>
        <p:txBody>
          <a:bodyPr>
            <a:noAutofit/>
          </a:bodyPr>
          <a:lstStyle>
            <a:lvl1pPr marL="269875" indent="-269875">
              <a:buClr>
                <a:srgbClr val="D8413E"/>
              </a:buClr>
              <a:buFont typeface="Symbol" charset="2"/>
              <a:buChar char="-"/>
              <a:defRPr sz="1800">
                <a:solidFill>
                  <a:schemeClr val="tx1"/>
                </a:solidFill>
              </a:defRPr>
            </a:lvl1pPr>
            <a:lvl2pPr marL="714375" indent="-257175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2pPr>
            <a:lvl3pPr marL="11604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3pPr>
            <a:lvl4pPr marL="16176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E6F2A070-8A77-484A-BFE7-6B1E5C215647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‹Nr.›</a:t>
            </a:fld>
            <a:endParaRPr lang="de-DE" altLang="de-DE" sz="100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7953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Bildunt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57200" y="304797"/>
            <a:ext cx="8229600" cy="758827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+mj-lt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12" name="Bildplatzhalter 11"/>
          <p:cNvSpPr>
            <a:spLocks noGrp="1"/>
          </p:cNvSpPr>
          <p:nvPr>
            <p:ph type="pic" sz="quarter" idx="16" hasCustomPrompt="1"/>
          </p:nvPr>
        </p:nvSpPr>
        <p:spPr>
          <a:xfrm>
            <a:off x="457200" y="1243691"/>
            <a:ext cx="8229600" cy="3057375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>
                <a:solidFill>
                  <a:srgbClr val="262A3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pPr lvl="0"/>
            <a:r>
              <a:rPr lang="de-DE" noProof="0"/>
              <a:t>Bild durch Klicken auf Symbol hinzufügen </a:t>
            </a:r>
          </a:p>
        </p:txBody>
      </p:sp>
      <p:sp>
        <p:nvSpPr>
          <p:cNvPr id="14" name="Inhaltsplatzhalter 2"/>
          <p:cNvSpPr>
            <a:spLocks noGrp="1"/>
          </p:cNvSpPr>
          <p:nvPr>
            <p:ph idx="1"/>
          </p:nvPr>
        </p:nvSpPr>
        <p:spPr>
          <a:xfrm>
            <a:off x="457200" y="4368811"/>
            <a:ext cx="8229600" cy="3301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Clr>
                <a:srgbClr val="D8413E"/>
              </a:buClr>
              <a:buFont typeface="Symbol" charset="2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28650" indent="-171450">
              <a:buClr>
                <a:srgbClr val="D8413E"/>
              </a:buClr>
              <a:buFont typeface="Symbol" charset="2"/>
              <a:buChar char="-"/>
              <a:defRPr sz="1200"/>
            </a:lvl2pPr>
            <a:lvl3pPr marL="1085850" indent="-171450">
              <a:buClr>
                <a:srgbClr val="D8413E"/>
              </a:buClr>
              <a:buFont typeface="Symbol" charset="2"/>
              <a:buChar char="-"/>
              <a:defRPr sz="1200"/>
            </a:lvl3pPr>
            <a:lvl4pPr marL="1543050" indent="-171450">
              <a:buClr>
                <a:srgbClr val="D8413E"/>
              </a:buClr>
              <a:buFont typeface="Symbol" charset="2"/>
              <a:buChar char="-"/>
              <a:defRPr sz="1200"/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200"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8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43582BE0-97CE-412F-80F1-16DC6BED1781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‹Nr.›</a:t>
            </a:fld>
            <a:endParaRPr lang="de-DE" altLang="de-DE" sz="100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2544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457200" y="304797"/>
            <a:ext cx="8229600" cy="758827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+mj-lt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9" name="Inhaltsplatzhalter 2"/>
          <p:cNvSpPr>
            <a:spLocks noGrp="1"/>
          </p:cNvSpPr>
          <p:nvPr>
            <p:ph idx="1"/>
          </p:nvPr>
        </p:nvSpPr>
        <p:spPr>
          <a:xfrm>
            <a:off x="457200" y="4368811"/>
            <a:ext cx="8229600" cy="3301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rgbClr val="D8413E"/>
              </a:buClr>
              <a:buFont typeface="Symbol" charset="2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28650" indent="-171450">
              <a:buClr>
                <a:srgbClr val="D8413E"/>
              </a:buClr>
              <a:buFont typeface="Symbol" charset="2"/>
              <a:buChar char="-"/>
              <a:defRPr sz="1200"/>
            </a:lvl2pPr>
            <a:lvl3pPr marL="1085850" indent="-171450">
              <a:buClr>
                <a:srgbClr val="D8413E"/>
              </a:buClr>
              <a:buFont typeface="Symbol" charset="2"/>
              <a:buChar char="-"/>
              <a:defRPr sz="1200"/>
            </a:lvl3pPr>
            <a:lvl4pPr marL="1543050" indent="-171450">
              <a:buClr>
                <a:srgbClr val="D8413E"/>
              </a:buClr>
              <a:buFont typeface="Symbol" charset="2"/>
              <a:buChar char="-"/>
              <a:defRPr sz="1200"/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200"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1" name="Tabellenplatzhalter 10"/>
          <p:cNvSpPr>
            <a:spLocks noGrp="1"/>
          </p:cNvSpPr>
          <p:nvPr>
            <p:ph type="tbl" sz="quarter" idx="16"/>
          </p:nvPr>
        </p:nvSpPr>
        <p:spPr>
          <a:xfrm>
            <a:off x="457200" y="1597677"/>
            <a:ext cx="8234363" cy="269293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de-DE" noProof="0"/>
              <a:t>Tabelle durch Klicken auf Symbol hinzufügen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141828"/>
            <a:ext cx="8229600" cy="361852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1400" cap="all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0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A0321171-B06E-4659-9CF5-7D6E520FDC11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‹Nr.›</a:t>
            </a:fld>
            <a:endParaRPr lang="de-DE" altLang="de-DE" sz="100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718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57200" y="304797"/>
            <a:ext cx="8229600" cy="758827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+mj-lt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4368811"/>
            <a:ext cx="8229600" cy="3301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rgbClr val="D8413E"/>
              </a:buClr>
              <a:buFont typeface="Symbol" charset="2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28650" indent="-171450">
              <a:buClr>
                <a:srgbClr val="D8413E"/>
              </a:buClr>
              <a:buFont typeface="Symbol" charset="2"/>
              <a:buChar char="-"/>
              <a:defRPr sz="1200"/>
            </a:lvl2pPr>
            <a:lvl3pPr marL="1085850" indent="-171450">
              <a:buClr>
                <a:srgbClr val="D8413E"/>
              </a:buClr>
              <a:buFont typeface="Symbol" charset="2"/>
              <a:buChar char="-"/>
              <a:defRPr sz="1200"/>
            </a:lvl3pPr>
            <a:lvl4pPr marL="1543050" indent="-171450">
              <a:buClr>
                <a:srgbClr val="D8413E"/>
              </a:buClr>
              <a:buFont typeface="Symbol" charset="2"/>
              <a:buChar char="-"/>
              <a:defRPr sz="1200"/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200"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8" name="Diagrammplatzhalter 7"/>
          <p:cNvSpPr>
            <a:spLocks noGrp="1"/>
          </p:cNvSpPr>
          <p:nvPr>
            <p:ph type="chart" sz="quarter" idx="16"/>
          </p:nvPr>
        </p:nvSpPr>
        <p:spPr>
          <a:xfrm>
            <a:off x="457200" y="1229028"/>
            <a:ext cx="8229600" cy="3061228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r>
              <a:rPr lang="de-DE" noProof="0"/>
              <a:t>Diagramm durch Klicken auf Symbol hinzufügen</a:t>
            </a:r>
          </a:p>
        </p:txBody>
      </p:sp>
      <p:cxnSp>
        <p:nvCxnSpPr>
          <p:cNvPr id="16" name="Gerade Verbindung 10"/>
          <p:cNvCxnSpPr/>
          <p:nvPr userDrawn="1"/>
        </p:nvCxnSpPr>
        <p:spPr>
          <a:xfrm>
            <a:off x="457200" y="4713670"/>
            <a:ext cx="8229600" cy="0"/>
          </a:xfrm>
          <a:prstGeom prst="line">
            <a:avLst/>
          </a:prstGeom>
          <a:ln w="3175" cmpd="sng">
            <a:solidFill>
              <a:srgbClr val="D841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D98C2DD5-50CB-445D-B765-8AD2D4C5531F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‹Nr.›</a:t>
            </a:fld>
            <a:endParaRPr lang="de-DE" altLang="de-DE" sz="100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3045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Diagram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57200" y="304797"/>
            <a:ext cx="8229600" cy="758827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+mj-lt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4368811"/>
            <a:ext cx="3962400" cy="3301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rgbClr val="D8413E"/>
              </a:buClr>
              <a:buFont typeface="Symbol" charset="2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28650" indent="-171450">
              <a:buClr>
                <a:srgbClr val="D8413E"/>
              </a:buClr>
              <a:buFont typeface="Symbol" charset="2"/>
              <a:buChar char="-"/>
              <a:defRPr sz="1200"/>
            </a:lvl2pPr>
            <a:lvl3pPr marL="1085850" indent="-171450">
              <a:buClr>
                <a:srgbClr val="D8413E"/>
              </a:buClr>
              <a:buFont typeface="Symbol" charset="2"/>
              <a:buChar char="-"/>
              <a:defRPr sz="1200"/>
            </a:lvl3pPr>
            <a:lvl4pPr marL="1543050" indent="-171450">
              <a:buClr>
                <a:srgbClr val="D8413E"/>
              </a:buClr>
              <a:buFont typeface="Symbol" charset="2"/>
              <a:buChar char="-"/>
              <a:defRPr sz="1200"/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200"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8" name="Diagrammplatzhalter 7"/>
          <p:cNvSpPr>
            <a:spLocks noGrp="1"/>
          </p:cNvSpPr>
          <p:nvPr>
            <p:ph type="chart" sz="quarter" idx="16"/>
          </p:nvPr>
        </p:nvSpPr>
        <p:spPr>
          <a:xfrm>
            <a:off x="457200" y="1181092"/>
            <a:ext cx="3962400" cy="3086108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r>
              <a:rPr lang="de-DE" noProof="0"/>
              <a:t>Diagramm durch Klicken auf Symbol hinzufügen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idx="20"/>
          </p:nvPr>
        </p:nvSpPr>
        <p:spPr>
          <a:xfrm>
            <a:off x="4714875" y="4368811"/>
            <a:ext cx="3962400" cy="3301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rgbClr val="D8413E"/>
              </a:buClr>
              <a:buFont typeface="Symbol" charset="2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28650" indent="-171450">
              <a:buClr>
                <a:srgbClr val="D8413E"/>
              </a:buClr>
              <a:buFont typeface="Symbol" charset="2"/>
              <a:buChar char="-"/>
              <a:defRPr sz="1200"/>
            </a:lvl2pPr>
            <a:lvl3pPr marL="1085850" indent="-171450">
              <a:buClr>
                <a:srgbClr val="D8413E"/>
              </a:buClr>
              <a:buFont typeface="Symbol" charset="2"/>
              <a:buChar char="-"/>
              <a:defRPr sz="1200"/>
            </a:lvl3pPr>
            <a:lvl4pPr marL="1543050" indent="-171450">
              <a:buClr>
                <a:srgbClr val="D8413E"/>
              </a:buClr>
              <a:buFont typeface="Symbol" charset="2"/>
              <a:buChar char="-"/>
              <a:defRPr sz="1200"/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200"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4" name="Diagrammplatzhalter 7"/>
          <p:cNvSpPr>
            <a:spLocks noGrp="1"/>
          </p:cNvSpPr>
          <p:nvPr>
            <p:ph type="chart" sz="quarter" idx="21"/>
          </p:nvPr>
        </p:nvSpPr>
        <p:spPr>
          <a:xfrm>
            <a:off x="4714875" y="1181092"/>
            <a:ext cx="3962400" cy="3086108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sz="1200"/>
            </a:lvl1pPr>
          </a:lstStyle>
          <a:p>
            <a:pPr lvl="0"/>
            <a:r>
              <a:rPr lang="de-DE" noProof="0"/>
              <a:t>Diagramm durch Klicken auf Symbol hinzufügen</a:t>
            </a:r>
          </a:p>
        </p:txBody>
      </p:sp>
      <p:sp>
        <p:nvSpPr>
          <p:cNvPr id="10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64035955-D4DF-4360-912A-517416A0AD74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‹Nr.›</a:t>
            </a:fld>
            <a:endParaRPr lang="de-DE" altLang="de-DE" sz="100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91593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Text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 1"/>
          <p:cNvSpPr>
            <a:spLocks noGrp="1"/>
          </p:cNvSpPr>
          <p:nvPr>
            <p:ph type="title" hasCustomPrompt="1"/>
          </p:nvPr>
        </p:nvSpPr>
        <p:spPr>
          <a:xfrm>
            <a:off x="457200" y="372533"/>
            <a:ext cx="2692400" cy="999067"/>
          </a:xfrm>
          <a:prstGeom prst="rect">
            <a:avLst/>
          </a:prstGeom>
        </p:spPr>
        <p:txBody>
          <a:bodyPr anchor="b"/>
          <a:lstStyle>
            <a:lvl1pPr algn="l">
              <a:defRPr>
                <a:solidFill>
                  <a:schemeClr val="tx1"/>
                </a:solidFill>
                <a:latin typeface="+mj-lt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14" name="Inhaltsplatzhalter 2"/>
          <p:cNvSpPr>
            <a:spLocks noGrp="1"/>
          </p:cNvSpPr>
          <p:nvPr>
            <p:ph idx="1" hasCustomPrompt="1"/>
          </p:nvPr>
        </p:nvSpPr>
        <p:spPr>
          <a:xfrm>
            <a:off x="457200" y="1503680"/>
            <a:ext cx="2692400" cy="3195327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buClr>
                <a:srgbClr val="D8413E"/>
              </a:buClr>
              <a:buFont typeface="Symbol" charset="2"/>
              <a:buChar char="-"/>
              <a:defRPr sz="180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628650" indent="-171450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085850" indent="-171450">
              <a:buClr>
                <a:srgbClr val="D8413E"/>
              </a:buClr>
              <a:buFont typeface="Symbol" charset="2"/>
              <a:buChar char="-"/>
              <a:defRPr sz="140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543050" indent="-171450">
              <a:buClr>
                <a:srgbClr val="D8413E"/>
              </a:buClr>
              <a:buFont typeface="Symbol" charset="2"/>
              <a:buChar char="-"/>
              <a:defRPr sz="140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40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9" name="Bildplatzhalter 18"/>
          <p:cNvSpPr>
            <a:spLocks noGrp="1"/>
          </p:cNvSpPr>
          <p:nvPr>
            <p:ph type="pic" sz="quarter" idx="16"/>
          </p:nvPr>
        </p:nvSpPr>
        <p:spPr>
          <a:xfrm>
            <a:off x="3352800" y="762000"/>
            <a:ext cx="5791200" cy="348934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r>
              <a:rPr lang="de-DE" noProof="0"/>
              <a:t>Bild durch Klicken auf Symbol hinzufügen</a:t>
            </a:r>
          </a:p>
        </p:txBody>
      </p:sp>
      <p:sp>
        <p:nvSpPr>
          <p:cNvPr id="10" name="Inhaltsplatzhalter 2"/>
          <p:cNvSpPr>
            <a:spLocks noGrp="1"/>
          </p:cNvSpPr>
          <p:nvPr>
            <p:ph idx="19"/>
          </p:nvPr>
        </p:nvSpPr>
        <p:spPr>
          <a:xfrm>
            <a:off x="3352800" y="4368811"/>
            <a:ext cx="5334000" cy="330196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>
              <a:buClr>
                <a:srgbClr val="D8413E"/>
              </a:buClr>
              <a:buFont typeface="Symbol" charset="2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28650" indent="-171450">
              <a:buClr>
                <a:srgbClr val="D8413E"/>
              </a:buClr>
              <a:buFont typeface="Symbol" charset="2"/>
              <a:buChar char="-"/>
              <a:defRPr sz="1200"/>
            </a:lvl2pPr>
            <a:lvl3pPr marL="1085850" indent="-171450">
              <a:buClr>
                <a:srgbClr val="D8413E"/>
              </a:buClr>
              <a:buFont typeface="Symbol" charset="2"/>
              <a:buChar char="-"/>
              <a:defRPr sz="1200"/>
            </a:lvl3pPr>
            <a:lvl4pPr marL="1543050" indent="-171450">
              <a:buClr>
                <a:srgbClr val="D8413E"/>
              </a:buClr>
              <a:buFont typeface="Symbol" charset="2"/>
              <a:buChar char="-"/>
              <a:defRPr sz="1200"/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200"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9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01A9B2D6-5EFE-4937-AE57-083B7F8CA155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‹Nr.›</a:t>
            </a:fld>
            <a:endParaRPr lang="de-DE" altLang="de-DE" sz="100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1180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10" Type="http://schemas.openxmlformats.org/officeDocument/2006/relationships/image" Target="../media/image5.png"/><Relationship Id="rId4" Type="http://schemas.openxmlformats.org/officeDocument/2006/relationships/slideLayout" Target="../slideLayouts/slideLayout10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027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457200" y="1063625"/>
            <a:ext cx="8229600" cy="353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SUBHEADLINE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84" r:id="rId2"/>
    <p:sldLayoutId id="2147483885" r:id="rId3"/>
    <p:sldLayoutId id="2147483870" r:id="rId4"/>
    <p:sldLayoutId id="2147483877" r:id="rId5"/>
    <p:sldLayoutId id="2147483879" r:id="rId6"/>
  </p:sldLayoutIdLst>
  <p:hf hdr="0" ftr="0" dt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000" b="1" kern="1200" cap="all">
          <a:solidFill>
            <a:srgbClr val="262A31"/>
          </a:solidFill>
          <a:latin typeface="Arial" panose="020B0604020202020204" pitchFamily="34" charset="0"/>
          <a:ea typeface="Arial Unicode MS" panose="020B0604020202020204" pitchFamily="34" charset="-128"/>
          <a:cs typeface="Arial" panose="020B0604020202020204" pitchFamily="34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 Book" charset="0"/>
          <a:ea typeface="ＭＳ Ｐゴシック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 Book" charset="0"/>
          <a:ea typeface="ＭＳ Ｐゴシック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 Book" charset="0"/>
          <a:ea typeface="ＭＳ Ｐゴシック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 Book" charset="0"/>
          <a:ea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Symbol" panose="05050102010706020507" pitchFamily="18" charset="2"/>
        <a:defRPr sz="1200" kern="1200">
          <a:solidFill>
            <a:srgbClr val="262A31"/>
          </a:solidFill>
          <a:latin typeface="Arial" panose="020B0604020202020204" pitchFamily="34" charset="0"/>
          <a:ea typeface="Arial Unicode MS" panose="020B0604020202020204" pitchFamily="34" charset="-128"/>
          <a:cs typeface="Arial" panose="020B0604020202020204" pitchFamily="34" charset="0"/>
        </a:defRPr>
      </a:lvl1pPr>
      <a:lvl2pPr marL="4572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2pPr>
      <a:lvl3pPr marL="9144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12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3pPr>
      <a:lvl4pPr marL="1371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12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4pPr>
      <a:lvl5pPr marL="18288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12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erade Verbindung 9"/>
          <p:cNvCxnSpPr/>
          <p:nvPr userDrawn="1"/>
        </p:nvCxnSpPr>
        <p:spPr>
          <a:xfrm>
            <a:off x="0" y="155575"/>
            <a:ext cx="457200" cy="0"/>
          </a:xfrm>
          <a:prstGeom prst="line">
            <a:avLst/>
          </a:prstGeom>
          <a:ln w="3175" cmpd="sng">
            <a:solidFill>
              <a:srgbClr val="262A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769366"/>
            <a:ext cx="547323" cy="324000"/>
          </a:xfrm>
          <a:prstGeom prst="rect">
            <a:avLst/>
          </a:prstGeom>
        </p:spPr>
      </p:pic>
      <p:sp>
        <p:nvSpPr>
          <p:cNvPr id="8" name="Textfeld 7"/>
          <p:cNvSpPr txBox="1"/>
          <p:nvPr userDrawn="1"/>
        </p:nvSpPr>
        <p:spPr>
          <a:xfrm>
            <a:off x="457200" y="22671"/>
            <a:ext cx="7001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The Tale </a:t>
            </a:r>
            <a:r>
              <a:rPr lang="de-DE" sz="1200" dirty="0" err="1"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of</a:t>
            </a:r>
            <a:r>
              <a:rPr lang="de-DE" sz="1200" dirty="0"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de-DE" sz="1200" dirty="0" err="1"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Genji</a:t>
            </a:r>
            <a:r>
              <a:rPr lang="de-DE" sz="1200" dirty="0"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 | </a:t>
            </a:r>
            <a:r>
              <a:rPr lang="en-US" sz="1200" dirty="0">
                <a:effectLst/>
                <a:latin typeface="Arial" panose="020B0604020202020204" pitchFamily="34" charset="0"/>
              </a:rPr>
              <a:t>Digital Philology</a:t>
            </a:r>
            <a:endParaRPr lang="de-DE" sz="1200" dirty="0"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9" name="Gerade Verbindung 10"/>
          <p:cNvCxnSpPr/>
          <p:nvPr userDrawn="1"/>
        </p:nvCxnSpPr>
        <p:spPr>
          <a:xfrm>
            <a:off x="457200" y="4713670"/>
            <a:ext cx="8229600" cy="0"/>
          </a:xfrm>
          <a:prstGeom prst="line">
            <a:avLst/>
          </a:prstGeom>
          <a:ln w="3175" cmpd="sng">
            <a:solidFill>
              <a:srgbClr val="D841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2803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1" r:id="rId1"/>
    <p:sldLayoutId id="2147483882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8" r:id="rId8"/>
  </p:sldLayoutIdLst>
  <p:hf hdr="0" ftr="0" dt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000" b="1" kern="1200" cap="all">
          <a:solidFill>
            <a:srgbClr val="262A31"/>
          </a:solidFill>
          <a:latin typeface="Arial"/>
          <a:ea typeface="MS PGothic" panose="020B0600070205080204" pitchFamily="34" charset="-128"/>
          <a:cs typeface="Arial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 Book" charset="0"/>
          <a:ea typeface="ＭＳ Ｐゴシック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 Book" charset="0"/>
          <a:ea typeface="ＭＳ Ｐゴシック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 Book" charset="0"/>
          <a:ea typeface="ＭＳ Ｐゴシック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 Book" charset="0"/>
          <a:ea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Symbol" panose="05050102010706020507" pitchFamily="18" charset="2"/>
        <a:defRPr sz="1200" kern="1200">
          <a:solidFill>
            <a:srgbClr val="262A31"/>
          </a:solidFill>
          <a:latin typeface="Arial"/>
          <a:ea typeface="MS PGothic" panose="020B0600070205080204" pitchFamily="34" charset="-128"/>
          <a:cs typeface="Arial"/>
        </a:defRPr>
      </a:lvl1pPr>
      <a:lvl2pPr marL="4572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2pPr>
      <a:lvl3pPr marL="9144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12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3pPr>
      <a:lvl4pPr marL="1371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12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4pPr>
      <a:lvl5pPr marL="18288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12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tei-eaj.github.io/parallel_text_viewer/v2?u=https%3A%2F%2Fgenji.dl.itc.u-tokyo.ac.jp%2Fdata%2Fvol%2F01%2Fconfig.json" TargetMode="External"/><Relationship Id="rId2" Type="http://schemas.openxmlformats.org/officeDocument/2006/relationships/hyperlink" Target="https://genji.dl.itc.u-tokyo.ac.jp/" TargetMode="Externa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jpeg"/><Relationship Id="rId4" Type="http://schemas.openxmlformats.org/officeDocument/2006/relationships/image" Target="../media/image10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genji.dl.itc.u-tokyo.ac.jp/" TargetMode="External"/><Relationship Id="rId3" Type="http://schemas.openxmlformats.org/officeDocument/2006/relationships/hyperlink" Target="https://commons.wikimedia.org/wiki/File:Edrawd_Seidensticker.JPG" TargetMode="External"/><Relationship Id="rId7" Type="http://schemas.openxmlformats.org/officeDocument/2006/relationships/hyperlink" Target="https://wiki.harvard.edu/confluence/pages/viewpage.action?pageId=167446197" TargetMode="External"/><Relationship Id="rId2" Type="http://schemas.openxmlformats.org/officeDocument/2006/relationships/hyperlink" Target="https://www.londonremembers.com/subjects/arthur-waley" TargetMode="Externa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welovetranslations.com/2021/03/20/whats-the-best-translation-of-the-tale-of-genji/" TargetMode="External"/><Relationship Id="rId5" Type="http://schemas.openxmlformats.org/officeDocument/2006/relationships/hyperlink" Target="https://www.flickr.com/photos/dartmouthflickr/6036368226" TargetMode="External"/><Relationship Id="rId4" Type="http://schemas.openxmlformats.org/officeDocument/2006/relationships/hyperlink" Target="https://isobarpress.com/authors/royall-tyler/" TargetMode="External"/><Relationship Id="rId9" Type="http://schemas.openxmlformats.org/officeDocument/2006/relationships/hyperlink" Target="https://towardsdatascience.com/semantic-similarity-using-transformers-8f3cb5bf66d6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el 1"/>
          <p:cNvSpPr>
            <a:spLocks noGrp="1"/>
          </p:cNvSpPr>
          <p:nvPr>
            <p:ph type="ctrTitle"/>
          </p:nvPr>
        </p:nvSpPr>
        <p:spPr bwMode="auto">
          <a:xfrm>
            <a:off x="295275" y="2079625"/>
            <a:ext cx="8093075" cy="1485900"/>
          </a:xfrm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de-DE" cap="none" dirty="0">
                <a:ea typeface="Arial Unicode MS"/>
              </a:rPr>
              <a:t>The Tale </a:t>
            </a:r>
            <a:r>
              <a:rPr lang="de-DE" cap="none" dirty="0" err="1">
                <a:ea typeface="Arial Unicode MS"/>
              </a:rPr>
              <a:t>of</a:t>
            </a:r>
            <a:r>
              <a:rPr lang="de-DE" cap="none" dirty="0">
                <a:ea typeface="Arial Unicode MS"/>
              </a:rPr>
              <a:t> </a:t>
            </a:r>
            <a:r>
              <a:rPr lang="de-DE" cap="none" dirty="0" err="1">
                <a:ea typeface="Arial Unicode MS"/>
              </a:rPr>
              <a:t>Genji</a:t>
            </a:r>
            <a:endParaRPr lang="de-DE" dirty="0">
              <a:ea typeface="Arial Unicode MS"/>
            </a:endParaRPr>
          </a:p>
        </p:txBody>
      </p:sp>
      <p:sp>
        <p:nvSpPr>
          <p:cNvPr id="17411" name="Untertitel 2"/>
          <p:cNvSpPr>
            <a:spLocks noGrp="1"/>
          </p:cNvSpPr>
          <p:nvPr>
            <p:ph type="subTitle" idx="1"/>
          </p:nvPr>
        </p:nvSpPr>
        <p:spPr>
          <a:xfrm>
            <a:off x="295275" y="1606550"/>
            <a:ext cx="6400800" cy="473075"/>
          </a:xfrm>
        </p:spPr>
        <p:txBody>
          <a:bodyPr/>
          <a:lstStyle/>
          <a:p>
            <a:pPr eaLnBrk="1" hangingPunct="1"/>
            <a:r>
              <a:rPr lang="en-US" dirty="0" err="1">
                <a:effectLst/>
                <a:latin typeface="Arial" panose="020B0604020202020204" pitchFamily="34" charset="0"/>
              </a:rPr>
              <a:t>Visuelle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Textanalyse</a:t>
            </a:r>
            <a:endParaRPr lang="de-DE" alt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12" name="Bildplatzhalter 1"/>
          <p:cNvSpPr>
            <a:spLocks noGrp="1" noTextEdit="1"/>
          </p:cNvSpPr>
          <p:nvPr>
            <p:ph type="pic" sz="quarter" idx="11"/>
          </p:nvPr>
        </p:nvSpPr>
        <p:spPr>
          <a:xfrm>
            <a:off x="295275" y="4438650"/>
            <a:ext cx="2044700" cy="517525"/>
          </a:xfrm>
        </p:spPr>
      </p:sp>
      <p:sp>
        <p:nvSpPr>
          <p:cNvPr id="17413" name="Bildplatzhalter 1"/>
          <p:cNvSpPr>
            <a:spLocks noGrp="1" noTextEdit="1"/>
          </p:cNvSpPr>
          <p:nvPr>
            <p:ph type="pic" sz="quarter" idx="12"/>
          </p:nvPr>
        </p:nvSpPr>
        <p:spPr>
          <a:xfrm>
            <a:off x="2473325" y="4438650"/>
            <a:ext cx="2044700" cy="517525"/>
          </a:xfrm>
        </p:spPr>
      </p:sp>
      <p:sp>
        <p:nvSpPr>
          <p:cNvPr id="17414" name="Inhaltsplatzhalter 3"/>
          <p:cNvSpPr>
            <a:spLocks noGrp="1"/>
          </p:cNvSpPr>
          <p:nvPr>
            <p:ph sz="half" idx="4294967295"/>
          </p:nvPr>
        </p:nvSpPr>
        <p:spPr>
          <a:xfrm>
            <a:off x="295275" y="3600450"/>
            <a:ext cx="3744913" cy="517525"/>
          </a:xfrm>
        </p:spPr>
        <p:txBody>
          <a:bodyPr/>
          <a:lstStyle/>
          <a:p>
            <a:pPr marL="0" indent="0" eaLnBrk="1" hangingPunct="1"/>
            <a:r>
              <a:rPr lang="de-DE" altLang="de-DE" sz="1600" dirty="0">
                <a:latin typeface="Arial" panose="020B0604020202020204" pitchFamily="34" charset="0"/>
                <a:cs typeface="Arial" panose="020B0604020202020204" pitchFamily="34" charset="0"/>
              </a:rPr>
              <a:t>Leipzig, 1</a:t>
            </a:r>
            <a:r>
              <a:rPr lang="de-DE" altLang="de-DE" sz="1600" dirty="0"/>
              <a:t>1</a:t>
            </a:r>
            <a:r>
              <a:rPr lang="de-DE" altLang="de-DE" sz="1600" dirty="0">
                <a:latin typeface="Arial" panose="020B0604020202020204" pitchFamily="34" charset="0"/>
                <a:cs typeface="Arial" panose="020B0604020202020204" pitchFamily="34" charset="0"/>
              </a:rPr>
              <a:t>.07.2023</a:t>
            </a:r>
          </a:p>
          <a:p>
            <a:pPr marL="0" indent="0" eaLnBrk="1" hangingPunct="1"/>
            <a:r>
              <a:rPr lang="de-DE" altLang="de-DE" sz="1600" dirty="0"/>
              <a:t>Celine Conzen, Sabrina Rodriguez</a:t>
            </a:r>
            <a:endParaRPr lang="de-DE" alt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E6EB87-3913-4BE2-87A0-95F6BBD20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The Tale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Genji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8C61784-59BE-4909-BF75-0D8B3D9D1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23492"/>
            <a:ext cx="4620883" cy="3379199"/>
          </a:xfrm>
        </p:spPr>
        <p:txBody>
          <a:bodyPr/>
          <a:lstStyle/>
          <a:p>
            <a:r>
              <a:rPr lang="de-DE" altLang="ja-JP" dirty="0" err="1">
                <a:solidFill>
                  <a:srgbClr val="202122"/>
                </a:solidFill>
                <a:latin typeface="Arial" panose="020B0604020202020204" pitchFamily="34" charset="0"/>
              </a:rPr>
              <a:t>Genji</a:t>
            </a:r>
            <a:r>
              <a:rPr lang="de-DE" altLang="ja-JP" dirty="0">
                <a:solidFill>
                  <a:srgbClr val="202122"/>
                </a:solidFill>
                <a:latin typeface="Arial" panose="020B0604020202020204" pitchFamily="34" charset="0"/>
              </a:rPr>
              <a:t> Monogatari </a:t>
            </a:r>
            <a:r>
              <a:rPr lang="ja-JP" altLang="de-DE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源氏物語 </a:t>
            </a:r>
            <a:r>
              <a:rPr lang="de-DE" altLang="ja-JP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von </a:t>
            </a:r>
            <a:r>
              <a:rPr lang="de-DE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Murasaki</a:t>
            </a:r>
            <a:r>
              <a:rPr lang="de-DE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Shikibu</a:t>
            </a:r>
            <a:r>
              <a:rPr lang="de-DE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endParaRPr lang="en-US" dirty="0"/>
          </a:p>
          <a:p>
            <a:r>
              <a:rPr lang="en-US" dirty="0" err="1"/>
              <a:t>Erster</a:t>
            </a:r>
            <a:r>
              <a:rPr lang="en-US" dirty="0"/>
              <a:t> </a:t>
            </a:r>
            <a:r>
              <a:rPr lang="en-US" dirty="0" err="1"/>
              <a:t>japanischer</a:t>
            </a:r>
            <a:r>
              <a:rPr lang="en-US" dirty="0"/>
              <a:t> Roman</a:t>
            </a:r>
          </a:p>
          <a:p>
            <a:r>
              <a:rPr lang="en-US" dirty="0"/>
              <a:t>Heian period (11 </a:t>
            </a:r>
            <a:r>
              <a:rPr lang="en-US" dirty="0" err="1"/>
              <a:t>Jh</a:t>
            </a:r>
            <a:r>
              <a:rPr lang="en-US" dirty="0"/>
              <a:t>.)</a:t>
            </a:r>
          </a:p>
          <a:p>
            <a:r>
              <a:rPr lang="en-US" dirty="0" err="1"/>
              <a:t>Beinhaltet</a:t>
            </a:r>
            <a:r>
              <a:rPr lang="en-US" dirty="0"/>
              <a:t> 795 in Waka </a:t>
            </a:r>
            <a:r>
              <a:rPr lang="en-US" dirty="0" err="1"/>
              <a:t>geschriebene</a:t>
            </a:r>
            <a:r>
              <a:rPr lang="en-US" dirty="0"/>
              <a:t> </a:t>
            </a:r>
            <a:r>
              <a:rPr lang="en-US" dirty="0" err="1"/>
              <a:t>Gedichte</a:t>
            </a:r>
            <a:endParaRPr lang="en-US" dirty="0"/>
          </a:p>
          <a:p>
            <a:r>
              <a:rPr lang="en-US" dirty="0" err="1"/>
              <a:t>Texte</a:t>
            </a:r>
            <a:r>
              <a:rPr lang="en-US" dirty="0"/>
              <a:t> in </a:t>
            </a:r>
            <a:r>
              <a:rPr lang="en-US" dirty="0" err="1"/>
              <a:t>sehr</a:t>
            </a:r>
            <a:r>
              <a:rPr lang="en-US" dirty="0"/>
              <a:t> </a:t>
            </a:r>
            <a:r>
              <a:rPr lang="en-US" dirty="0" err="1"/>
              <a:t>höflicher</a:t>
            </a:r>
            <a:r>
              <a:rPr lang="en-US" dirty="0"/>
              <a:t> </a:t>
            </a:r>
            <a:r>
              <a:rPr lang="en-US" dirty="0" err="1"/>
              <a:t>Sprache</a:t>
            </a:r>
            <a:r>
              <a:rPr lang="en-US" dirty="0"/>
              <a:t> </a:t>
            </a:r>
            <a:r>
              <a:rPr lang="de-DE" dirty="0"/>
              <a:t>formuliert</a:t>
            </a:r>
            <a:r>
              <a:rPr lang="en-US" dirty="0"/>
              <a:t> </a:t>
            </a:r>
            <a:r>
              <a:rPr lang="de-DE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→ </a:t>
            </a:r>
            <a:r>
              <a:rPr lang="en-US" dirty="0" err="1"/>
              <a:t>schwer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de-DE" dirty="0"/>
              <a:t>übersetzen</a:t>
            </a:r>
            <a:r>
              <a:rPr lang="en-US" dirty="0"/>
              <a:t>!</a:t>
            </a:r>
          </a:p>
          <a:p>
            <a:pPr marL="0" indent="0">
              <a:buNone/>
            </a:pPr>
            <a:r>
              <a:rPr lang="de-DE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	</a:t>
            </a:r>
          </a:p>
          <a:p>
            <a:pPr marL="0" indent="0">
              <a:buNone/>
            </a:pPr>
            <a:r>
              <a:rPr lang="de-DE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→</a:t>
            </a:r>
            <a:r>
              <a:rPr lang="en-US" dirty="0"/>
              <a:t> how did the different translators solve this issue?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0FD2D68-D6AC-4C2B-BBC1-D7D2B73093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FCF9BA9-AB08-46E1-A235-3AC71B2FE2C1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2</a:t>
            </a:fld>
            <a:endParaRPr lang="de-DE" altLang="de-DE" sz="100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BE3ACDF-BC15-4F66-949F-33681F7B0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9662" y="158780"/>
            <a:ext cx="3275162" cy="4443911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E06B9B2E-FAD9-4E5A-AA2D-CA714790872D}"/>
              </a:ext>
            </a:extLst>
          </p:cNvPr>
          <p:cNvSpPr txBox="1"/>
          <p:nvPr/>
        </p:nvSpPr>
        <p:spPr>
          <a:xfrm>
            <a:off x="5520761" y="4548655"/>
            <a:ext cx="33329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Verdana" panose="020B0604030504040204" pitchFamily="34" charset="0"/>
              </a:rPr>
              <a:t>“The Tale of </a:t>
            </a:r>
            <a:r>
              <a:rPr lang="en-US" sz="10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Verdana" panose="020B0604030504040204" pitchFamily="34" charset="0"/>
              </a:rPr>
              <a:t>Genji</a:t>
            </a:r>
            <a:r>
              <a:rPr lang="en-US" sz="10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Verdana" panose="020B0604030504040204" pitchFamily="34" charset="0"/>
              </a:rPr>
              <a:t> - Chapter 33 Fuji no </a:t>
            </a:r>
            <a:r>
              <a:rPr lang="en-US" sz="10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Verdana" panose="020B0604030504040204" pitchFamily="34" charset="0"/>
              </a:rPr>
              <a:t>Uraba</a:t>
            </a:r>
            <a:r>
              <a:rPr lang="en-US" sz="10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Verdana" panose="020B0604030504040204" pitchFamily="34" charset="0"/>
              </a:rPr>
              <a:t>” – </a:t>
            </a:r>
          </a:p>
          <a:p>
            <a:r>
              <a:rPr lang="en-US" sz="10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Verdana" panose="020B0604030504040204" pitchFamily="34" charset="0"/>
              </a:rPr>
              <a:t>Kunisada Utagawa</a:t>
            </a:r>
            <a:endParaRPr lang="de-DE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4034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7C3ACA-91A4-4E8C-8F0F-3D8048BC2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Digital Tale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Genji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4A97895-2830-4F0B-8230-869836B4E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e-DE" dirty="0">
              <a:hlinkClick r:id="rId2"/>
            </a:endParaRPr>
          </a:p>
          <a:p>
            <a:pPr marL="0" indent="0">
              <a:buNone/>
            </a:pPr>
            <a:endParaRPr lang="de-DE" dirty="0">
              <a:hlinkClick r:id="rId2"/>
            </a:endParaRPr>
          </a:p>
          <a:p>
            <a:pPr marL="0" indent="0">
              <a:buNone/>
            </a:pPr>
            <a:endParaRPr lang="de-DE" dirty="0">
              <a:hlinkClick r:id="rId2"/>
            </a:endParaRPr>
          </a:p>
          <a:p>
            <a:pPr marL="0" indent="0" algn="ctr">
              <a:buNone/>
            </a:pPr>
            <a:r>
              <a:rPr lang="de-DE" dirty="0">
                <a:hlinkClick r:id="rId3"/>
              </a:rPr>
              <a:t>https://tei-eaj.github.io/parallel_text_viewer/v2?u=https%3A%2F%2Fgenji.dl.itc.u-tokyo.ac.jp%2Fdata%2Fvol%2F01%2Fconfig.json</a:t>
            </a:r>
            <a:endParaRPr lang="de-DE" dirty="0"/>
          </a:p>
          <a:p>
            <a:pPr marL="0" indent="0" algn="ctr">
              <a:buNone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302FCBB-A6A8-42D7-898B-2F11D8AE61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FCF9BA9-AB08-46E1-A235-3AC71B2FE2C1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3</a:t>
            </a:fld>
            <a:endParaRPr lang="de-DE" altLang="de-DE" sz="100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4294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7376466-A1F3-4713-87B7-8E977918FF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FCF9BA9-AB08-46E1-A235-3AC71B2FE2C1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4</a:t>
            </a:fld>
            <a:endParaRPr lang="de-DE" altLang="de-DE" sz="100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liennummernplatzhalter 1">
            <a:extLst>
              <a:ext uri="{FF2B5EF4-FFF2-40B4-BE49-F238E27FC236}">
                <a16:creationId xmlns:a16="http://schemas.microsoft.com/office/drawing/2014/main" id="{88B09F35-FE10-4A98-842A-3758B962C8E2}"/>
              </a:ext>
            </a:extLst>
          </p:cNvPr>
          <p:cNvSpPr txBox="1">
            <a:spLocks/>
          </p:cNvSpPr>
          <p:nvPr/>
        </p:nvSpPr>
        <p:spPr>
          <a:xfrm>
            <a:off x="8101013" y="50314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defPPr>
              <a:defRPr lang="de-DE"/>
            </a:defPPr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>
              <a:defRPr/>
            </a:pPr>
            <a:fld id="{ABC642DC-4027-4785-8EC1-7265DE27C531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4</a:t>
            </a:fld>
            <a:endParaRPr lang="de-DE" altLang="de-DE" sz="100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48EFEF9-663A-4685-980E-A111E90B7B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559"/>
          <a:stretch/>
        </p:blipFill>
        <p:spPr>
          <a:xfrm>
            <a:off x="526156" y="1529700"/>
            <a:ext cx="2250619" cy="2185705"/>
          </a:xfrm>
          <a:prstGeom prst="rect">
            <a:avLst/>
          </a:prstGeom>
        </p:spPr>
      </p:pic>
      <p:pic>
        <p:nvPicPr>
          <p:cNvPr id="7" name="Inhaltsplatzhalter 4">
            <a:extLst>
              <a:ext uri="{FF2B5EF4-FFF2-40B4-BE49-F238E27FC236}">
                <a16:creationId xmlns:a16="http://schemas.microsoft.com/office/drawing/2014/main" id="{C376D735-2C4F-4738-84C1-C34E9432C6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6448" y="1980092"/>
            <a:ext cx="2039143" cy="220693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2B93745D-4670-4C6B-BA62-1FC20EA5EFE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9671" t="7980" r="27712" b="30459"/>
          <a:stretch/>
        </p:blipFill>
        <p:spPr>
          <a:xfrm>
            <a:off x="6367226" y="1484097"/>
            <a:ext cx="2324337" cy="222016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1677AD3A-4715-4115-871F-CA00C444293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8839" t="21078" r="17712"/>
          <a:stretch/>
        </p:blipFill>
        <p:spPr>
          <a:xfrm>
            <a:off x="4350280" y="2288576"/>
            <a:ext cx="2324337" cy="2015408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0302F308-9626-4129-AC42-A158D82FEAE0}"/>
              </a:ext>
            </a:extLst>
          </p:cNvPr>
          <p:cNvSpPr txBox="1"/>
          <p:nvPr/>
        </p:nvSpPr>
        <p:spPr>
          <a:xfrm>
            <a:off x="889392" y="3704257"/>
            <a:ext cx="1291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/>
              <a:t>Arthur </a:t>
            </a:r>
            <a:r>
              <a:rPr lang="de-DE" sz="1600" dirty="0" err="1"/>
              <a:t>Waley</a:t>
            </a:r>
            <a:endParaRPr lang="de-DE" sz="1600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6676A6B-AA62-413F-8D79-D6B7B373BDFF}"/>
              </a:ext>
            </a:extLst>
          </p:cNvPr>
          <p:cNvSpPr txBox="1"/>
          <p:nvPr/>
        </p:nvSpPr>
        <p:spPr>
          <a:xfrm>
            <a:off x="4943253" y="4243136"/>
            <a:ext cx="1138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/>
              <a:t>Royall</a:t>
            </a:r>
            <a:r>
              <a:rPr lang="de-DE" dirty="0"/>
              <a:t> </a:t>
            </a:r>
            <a:r>
              <a:rPr lang="de-DE" sz="1600" dirty="0"/>
              <a:t>Tyler</a:t>
            </a:r>
            <a:endParaRPr lang="de-DE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05C099B1-9963-41DF-A605-D57169B47A5B}"/>
              </a:ext>
            </a:extLst>
          </p:cNvPr>
          <p:cNvSpPr txBox="1"/>
          <p:nvPr/>
        </p:nvSpPr>
        <p:spPr>
          <a:xfrm>
            <a:off x="6838268" y="3680058"/>
            <a:ext cx="1663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/>
              <a:t>Dennis</a:t>
            </a:r>
            <a:r>
              <a:rPr lang="de-DE" dirty="0"/>
              <a:t> </a:t>
            </a:r>
            <a:r>
              <a:rPr lang="de-DE" sz="1600" dirty="0"/>
              <a:t>Washburn</a:t>
            </a:r>
            <a:endParaRPr lang="de-DE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823FC777-9BD5-4B15-9C6F-81EAF5F65B56}"/>
              </a:ext>
            </a:extLst>
          </p:cNvPr>
          <p:cNvSpPr txBox="1"/>
          <p:nvPr/>
        </p:nvSpPr>
        <p:spPr>
          <a:xfrm>
            <a:off x="2404282" y="4119672"/>
            <a:ext cx="19581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/>
              <a:t>Edward Seidensticker</a:t>
            </a:r>
          </a:p>
        </p:txBody>
      </p:sp>
      <p:sp>
        <p:nvSpPr>
          <p:cNvPr id="14" name="Titel 24">
            <a:extLst>
              <a:ext uri="{FF2B5EF4-FFF2-40B4-BE49-F238E27FC236}">
                <a16:creationId xmlns:a16="http://schemas.microsoft.com/office/drawing/2014/main" id="{515FB14D-1FC6-4855-A78D-D730FE6F76E6}"/>
              </a:ext>
            </a:extLst>
          </p:cNvPr>
          <p:cNvSpPr txBox="1">
            <a:spLocks/>
          </p:cNvSpPr>
          <p:nvPr/>
        </p:nvSpPr>
        <p:spPr>
          <a:xfrm>
            <a:off x="457200" y="366608"/>
            <a:ext cx="8234363" cy="758825"/>
          </a:xfrm>
          <a:prstGeom prst="rect">
            <a:avLst/>
          </a:prstGeom>
        </p:spPr>
        <p:txBody>
          <a:bodyPr anchor="b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 b="1" kern="1200" cap="none" baseline="0">
                <a:solidFill>
                  <a:schemeClr val="tx1"/>
                </a:solidFill>
                <a:latin typeface="Arial"/>
                <a:ea typeface="MS PGothic" panose="020B0600070205080204" pitchFamily="34" charset="-128"/>
                <a:cs typeface="Arial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262A31"/>
                </a:solidFill>
                <a:latin typeface="Arial" charset="0"/>
                <a:ea typeface="MS PGothic" panose="020B0600070205080204" pitchFamily="34" charset="-128"/>
                <a:cs typeface="Arial" panose="020B0604020202020204" pitchFamily="34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262A31"/>
                </a:solidFill>
                <a:latin typeface="Arial" charset="0"/>
                <a:ea typeface="MS PGothic" panose="020B0600070205080204" pitchFamily="34" charset="-128"/>
                <a:cs typeface="Arial" panose="020B0604020202020204" pitchFamily="34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262A31"/>
                </a:solidFill>
                <a:latin typeface="Arial" charset="0"/>
                <a:ea typeface="MS PGothic" panose="020B0600070205080204" pitchFamily="34" charset="-128"/>
                <a:cs typeface="Arial" panose="020B0604020202020204" pitchFamily="34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262A31"/>
                </a:solidFill>
                <a:latin typeface="Arial" charset="0"/>
                <a:ea typeface="MS PGothic" panose="020B0600070205080204" pitchFamily="34" charset="-128"/>
                <a:cs typeface="Arial" panose="020B0604020202020204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Futura Book" charset="0"/>
                <a:ea typeface="ＭＳ Ｐゴシック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Futura Book" charset="0"/>
                <a:ea typeface="ＭＳ Ｐゴシック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Futura Book" charset="0"/>
                <a:ea typeface="ＭＳ Ｐゴシック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Futura Book" charset="0"/>
                <a:ea typeface="ＭＳ Ｐゴシック" charset="0"/>
              </a:defRPr>
            </a:lvl9pPr>
          </a:lstStyle>
          <a:p>
            <a:r>
              <a:rPr lang="de-DE" dirty="0"/>
              <a:t>Übersetzer</a:t>
            </a:r>
          </a:p>
        </p:txBody>
      </p:sp>
    </p:spTree>
    <p:extLst>
      <p:ext uri="{BB962C8B-B14F-4D97-AF65-F5344CB8AC3E}">
        <p14:creationId xmlns:p14="http://schemas.microsoft.com/office/powerpoint/2010/main" val="3379584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581AD9-6CE8-46F5-B821-6EBEC0A30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Editions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4EF2E35-7CB8-4066-B493-C96D02542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4C80933-880E-4395-95ED-D6AA450BA2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FCF9BA9-AB08-46E1-A235-3AC71B2FE2C1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5</a:t>
            </a:fld>
            <a:endParaRPr lang="de-DE" altLang="de-DE" sz="100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elle 3">
            <a:extLst>
              <a:ext uri="{FF2B5EF4-FFF2-40B4-BE49-F238E27FC236}">
                <a16:creationId xmlns:a16="http://schemas.microsoft.com/office/drawing/2014/main" id="{206E7A2C-F2CA-445A-A4C5-28343942D59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11938994"/>
              </p:ext>
            </p:extLst>
          </p:nvPr>
        </p:nvGraphicFramePr>
        <p:xfrm>
          <a:off x="454820" y="1157588"/>
          <a:ext cx="8234360" cy="327176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46872">
                  <a:extLst>
                    <a:ext uri="{9D8B030D-6E8A-4147-A177-3AD203B41FA5}">
                      <a16:colId xmlns:a16="http://schemas.microsoft.com/office/drawing/2014/main" val="1567511783"/>
                    </a:ext>
                  </a:extLst>
                </a:gridCol>
                <a:gridCol w="1646872">
                  <a:extLst>
                    <a:ext uri="{9D8B030D-6E8A-4147-A177-3AD203B41FA5}">
                      <a16:colId xmlns:a16="http://schemas.microsoft.com/office/drawing/2014/main" val="994946942"/>
                    </a:ext>
                  </a:extLst>
                </a:gridCol>
                <a:gridCol w="1646872">
                  <a:extLst>
                    <a:ext uri="{9D8B030D-6E8A-4147-A177-3AD203B41FA5}">
                      <a16:colId xmlns:a16="http://schemas.microsoft.com/office/drawing/2014/main" val="2757312248"/>
                    </a:ext>
                  </a:extLst>
                </a:gridCol>
                <a:gridCol w="1646872">
                  <a:extLst>
                    <a:ext uri="{9D8B030D-6E8A-4147-A177-3AD203B41FA5}">
                      <a16:colId xmlns:a16="http://schemas.microsoft.com/office/drawing/2014/main" val="105202189"/>
                    </a:ext>
                  </a:extLst>
                </a:gridCol>
                <a:gridCol w="1646872">
                  <a:extLst>
                    <a:ext uri="{9D8B030D-6E8A-4147-A177-3AD203B41FA5}">
                      <a16:colId xmlns:a16="http://schemas.microsoft.com/office/drawing/2014/main" val="4327271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 err="1"/>
                        <a:t>Waley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Seidensticker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Tyler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Washburn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5434942"/>
                  </a:ext>
                </a:extLst>
              </a:tr>
              <a:tr h="438395">
                <a:tc>
                  <a:txBody>
                    <a:bodyPr/>
                    <a:lstStyle/>
                    <a:p>
                      <a:r>
                        <a:rPr lang="de-DE" sz="1400" dirty="0">
                          <a:effectLst/>
                        </a:rPr>
                        <a:t>Veröffentlicht</a:t>
                      </a:r>
                    </a:p>
                  </a:txBody>
                  <a:tcPr marL="61913" marR="61913" marT="28575" marB="28575" anchor="ctr"/>
                </a:tc>
                <a:tc>
                  <a:txBody>
                    <a:bodyPr/>
                    <a:lstStyle/>
                    <a:p>
                      <a:r>
                        <a:rPr lang="de-DE" sz="1400" dirty="0">
                          <a:effectLst/>
                        </a:rPr>
                        <a:t>1933</a:t>
                      </a:r>
                    </a:p>
                  </a:txBody>
                  <a:tcPr marL="61913" marR="61913" marT="28575" marB="28575" anchor="ctr"/>
                </a:tc>
                <a:tc>
                  <a:txBody>
                    <a:bodyPr/>
                    <a:lstStyle/>
                    <a:p>
                      <a:r>
                        <a:rPr lang="de-DE" sz="1400">
                          <a:effectLst/>
                        </a:rPr>
                        <a:t>1976</a:t>
                      </a:r>
                    </a:p>
                  </a:txBody>
                  <a:tcPr marL="61913" marR="61913" marT="28575" marB="28575" anchor="ctr"/>
                </a:tc>
                <a:tc>
                  <a:txBody>
                    <a:bodyPr/>
                    <a:lstStyle/>
                    <a:p>
                      <a:r>
                        <a:rPr lang="de-DE" sz="1400">
                          <a:effectLst/>
                        </a:rPr>
                        <a:t>2001</a:t>
                      </a:r>
                    </a:p>
                  </a:txBody>
                  <a:tcPr marL="61913" marR="61913" marT="28575" marB="28575" anchor="ctr"/>
                </a:tc>
                <a:tc>
                  <a:txBody>
                    <a:bodyPr/>
                    <a:lstStyle/>
                    <a:p>
                      <a:r>
                        <a:rPr lang="de-DE" sz="1400">
                          <a:effectLst/>
                        </a:rPr>
                        <a:t>2015</a:t>
                      </a:r>
                    </a:p>
                  </a:txBody>
                  <a:tcPr marL="61913" marR="61913" marT="28575" marB="28575" anchor="ctr"/>
                </a:tc>
                <a:extLst>
                  <a:ext uri="{0D108BD9-81ED-4DB2-BD59-A6C34878D82A}">
                    <a16:rowId xmlns:a16="http://schemas.microsoft.com/office/drawing/2014/main" val="168152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>
                          <a:effectLst/>
                        </a:rPr>
                        <a:t>Nationalität</a:t>
                      </a:r>
                    </a:p>
                  </a:txBody>
                  <a:tcPr marL="61913" marR="61913" marT="28575" marB="28575" anchor="ctr"/>
                </a:tc>
                <a:tc>
                  <a:txBody>
                    <a:bodyPr/>
                    <a:lstStyle/>
                    <a:p>
                      <a:r>
                        <a:rPr lang="de-DE" sz="1400" dirty="0">
                          <a:effectLst/>
                        </a:rPr>
                        <a:t>Britisch</a:t>
                      </a:r>
                    </a:p>
                  </a:txBody>
                  <a:tcPr marL="61913" marR="61913" marT="28575" marB="28575" anchor="ctr"/>
                </a:tc>
                <a:tc>
                  <a:txBody>
                    <a:bodyPr/>
                    <a:lstStyle/>
                    <a:p>
                      <a:r>
                        <a:rPr lang="de-DE" sz="1400" dirty="0">
                          <a:effectLst/>
                        </a:rPr>
                        <a:t>Amerikanisch</a:t>
                      </a:r>
                    </a:p>
                  </a:txBody>
                  <a:tcPr marL="61913" marR="61913" marT="28575" marB="28575" anchor="ctr"/>
                </a:tc>
                <a:tc>
                  <a:txBody>
                    <a:bodyPr/>
                    <a:lstStyle/>
                    <a:p>
                      <a:r>
                        <a:rPr lang="de-DE" sz="1400" dirty="0">
                          <a:effectLst/>
                        </a:rPr>
                        <a:t>Australisch</a:t>
                      </a:r>
                    </a:p>
                  </a:txBody>
                  <a:tcPr marL="61913" marR="61913" marT="28575" marB="28575" anchor="ctr"/>
                </a:tc>
                <a:tc>
                  <a:txBody>
                    <a:bodyPr/>
                    <a:lstStyle/>
                    <a:p>
                      <a:r>
                        <a:rPr lang="de-DE" sz="1400" dirty="0">
                          <a:effectLst/>
                        </a:rPr>
                        <a:t>Amerikanisch</a:t>
                      </a:r>
                    </a:p>
                  </a:txBody>
                  <a:tcPr marL="61913" marR="61913" marT="28575" marB="28575" anchor="ctr"/>
                </a:tc>
                <a:extLst>
                  <a:ext uri="{0D108BD9-81ED-4DB2-BD59-A6C34878D82A}">
                    <a16:rowId xmlns:a16="http://schemas.microsoft.com/office/drawing/2014/main" val="1783816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>
                          <a:effectLst/>
                        </a:rPr>
                        <a:t>Traditionelle Spitznamen</a:t>
                      </a:r>
                    </a:p>
                  </a:txBody>
                  <a:tcPr marL="61913" marR="61913" marT="28575" marB="28575" anchor="ctr"/>
                </a:tc>
                <a:tc>
                  <a:txBody>
                    <a:bodyPr/>
                    <a:lstStyle/>
                    <a:p>
                      <a:r>
                        <a:rPr lang="de-DE" sz="1400" dirty="0">
                          <a:effectLst/>
                        </a:rPr>
                        <a:t>Nein</a:t>
                      </a:r>
                    </a:p>
                  </a:txBody>
                  <a:tcPr marL="61913" marR="61913" marT="28575" marB="28575" anchor="ctr"/>
                </a:tc>
                <a:tc>
                  <a:txBody>
                    <a:bodyPr/>
                    <a:lstStyle/>
                    <a:p>
                      <a:r>
                        <a:rPr lang="de-DE" sz="1400" dirty="0">
                          <a:effectLst/>
                        </a:rPr>
                        <a:t>Ja</a:t>
                      </a:r>
                    </a:p>
                  </a:txBody>
                  <a:tcPr marL="61913" marR="61913" marT="28575" marB="28575" anchor="ctr"/>
                </a:tc>
                <a:tc>
                  <a:txBody>
                    <a:bodyPr/>
                    <a:lstStyle/>
                    <a:p>
                      <a:r>
                        <a:rPr lang="de-DE" sz="1400" dirty="0">
                          <a:effectLst/>
                        </a:rPr>
                        <a:t>Nein</a:t>
                      </a:r>
                    </a:p>
                  </a:txBody>
                  <a:tcPr marL="61913" marR="61913" marT="28575" marB="28575" anchor="ctr"/>
                </a:tc>
                <a:tc>
                  <a:txBody>
                    <a:bodyPr/>
                    <a:lstStyle/>
                    <a:p>
                      <a:r>
                        <a:rPr lang="de-DE" sz="1400" dirty="0">
                          <a:effectLst/>
                        </a:rPr>
                        <a:t>Ja</a:t>
                      </a:r>
                    </a:p>
                  </a:txBody>
                  <a:tcPr marL="61913" marR="61913" marT="28575" marB="28575" anchor="ctr"/>
                </a:tc>
                <a:extLst>
                  <a:ext uri="{0D108BD9-81ED-4DB2-BD59-A6C34878D82A}">
                    <a16:rowId xmlns:a16="http://schemas.microsoft.com/office/drawing/2014/main" val="2067405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>
                          <a:effectLst/>
                        </a:rPr>
                        <a:t>Originalgetreue Übersetzung</a:t>
                      </a:r>
                    </a:p>
                  </a:txBody>
                  <a:tcPr marL="61913" marR="61913" marT="28575" marB="28575" anchor="ctr"/>
                </a:tc>
                <a:tc>
                  <a:txBody>
                    <a:bodyPr/>
                    <a:lstStyle/>
                    <a:p>
                      <a:r>
                        <a:rPr lang="de-DE" sz="1400" dirty="0">
                          <a:effectLst/>
                        </a:rPr>
                        <a:t>Nein</a:t>
                      </a:r>
                    </a:p>
                  </a:txBody>
                  <a:tcPr marL="61913" marR="61913" marT="28575" marB="28575" anchor="ctr"/>
                </a:tc>
                <a:tc>
                  <a:txBody>
                    <a:bodyPr/>
                    <a:lstStyle/>
                    <a:p>
                      <a:r>
                        <a:rPr lang="de-DE" sz="1400" dirty="0">
                          <a:effectLst/>
                        </a:rPr>
                        <a:t>Ja</a:t>
                      </a:r>
                    </a:p>
                  </a:txBody>
                  <a:tcPr marL="61913" marR="61913" marT="28575" marB="28575" anchor="ctr"/>
                </a:tc>
                <a:tc>
                  <a:txBody>
                    <a:bodyPr/>
                    <a:lstStyle/>
                    <a:p>
                      <a:r>
                        <a:rPr lang="de-DE" sz="1400" dirty="0">
                          <a:effectLst/>
                        </a:rPr>
                        <a:t>Ja</a:t>
                      </a:r>
                    </a:p>
                  </a:txBody>
                  <a:tcPr marL="61913" marR="61913" marT="28575" marB="28575" anchor="ctr"/>
                </a:tc>
                <a:tc>
                  <a:txBody>
                    <a:bodyPr/>
                    <a:lstStyle/>
                    <a:p>
                      <a:r>
                        <a:rPr lang="de-DE" sz="1400" dirty="0">
                          <a:effectLst/>
                        </a:rPr>
                        <a:t>Nein (sehr modern)</a:t>
                      </a:r>
                    </a:p>
                  </a:txBody>
                  <a:tcPr marL="61913" marR="61913" marT="28575" marB="28575" anchor="ctr"/>
                </a:tc>
                <a:extLst>
                  <a:ext uri="{0D108BD9-81ED-4DB2-BD59-A6C34878D82A}">
                    <a16:rowId xmlns:a16="http://schemas.microsoft.com/office/drawing/2014/main" val="1399725799"/>
                  </a:ext>
                </a:extLst>
              </a:tr>
              <a:tr h="379802">
                <a:tc>
                  <a:txBody>
                    <a:bodyPr/>
                    <a:lstStyle/>
                    <a:p>
                      <a:r>
                        <a:rPr lang="de-DE" sz="1400" dirty="0">
                          <a:effectLst/>
                        </a:rPr>
                        <a:t>Gedichte</a:t>
                      </a:r>
                    </a:p>
                  </a:txBody>
                  <a:tcPr marL="61913" marR="61913" marT="28575" marB="28575" anchor="ctr"/>
                </a:tc>
                <a:tc>
                  <a:txBody>
                    <a:bodyPr/>
                    <a:lstStyle/>
                    <a:p>
                      <a:r>
                        <a:rPr lang="de-DE" sz="1400" dirty="0">
                          <a:effectLst/>
                        </a:rPr>
                        <a:t>In Dialog verwandelt</a:t>
                      </a:r>
                    </a:p>
                  </a:txBody>
                  <a:tcPr marL="61913" marR="61913" marT="28575" marB="28575" anchor="ctr"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effectLst/>
                        </a:rPr>
                        <a:t>Zweileiner</a:t>
                      </a:r>
                      <a:r>
                        <a:rPr lang="en-US" sz="1400" dirty="0">
                          <a:effectLst/>
                        </a:rPr>
                        <a:t>, die </a:t>
                      </a:r>
                      <a:r>
                        <a:rPr lang="en-US" sz="1400" dirty="0" err="1">
                          <a:effectLst/>
                        </a:rPr>
                        <a:t>nicht</a:t>
                      </a:r>
                      <a:r>
                        <a:rPr lang="en-US" sz="1400" dirty="0">
                          <a:effectLst/>
                        </a:rPr>
                        <a:t> dem </a:t>
                      </a:r>
                      <a:r>
                        <a:rPr lang="en-US" sz="1400" dirty="0" err="1">
                          <a:effectLst/>
                        </a:rPr>
                        <a:t>japanischen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Silbenrythmus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folgen</a:t>
                      </a:r>
                      <a:endParaRPr lang="en-US" sz="1400" dirty="0">
                        <a:effectLst/>
                      </a:endParaRPr>
                    </a:p>
                  </a:txBody>
                  <a:tcPr marL="61913" marR="61913" marT="28575" marB="28575" anchor="ctr"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effectLst/>
                        </a:rPr>
                        <a:t>Zweileiner</a:t>
                      </a:r>
                      <a:r>
                        <a:rPr lang="en-US" sz="1400" dirty="0">
                          <a:effectLst/>
                        </a:rPr>
                        <a:t>, die dem </a:t>
                      </a:r>
                      <a:r>
                        <a:rPr lang="en-US" sz="1400" dirty="0" err="1">
                          <a:effectLst/>
                        </a:rPr>
                        <a:t>japanischen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Silbenrythmus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folgen</a:t>
                      </a:r>
                      <a:endParaRPr lang="en-US" sz="1400" dirty="0">
                        <a:effectLst/>
                      </a:endParaRPr>
                    </a:p>
                  </a:txBody>
                  <a:tcPr marL="61913" marR="61913" marT="28575" marB="28575" anchor="ctr"/>
                </a:tc>
                <a:tc>
                  <a:txBody>
                    <a:bodyPr/>
                    <a:lstStyle/>
                    <a:p>
                      <a:r>
                        <a:rPr lang="de-DE" sz="1400" dirty="0" err="1">
                          <a:effectLst/>
                        </a:rPr>
                        <a:t>Dreileiner</a:t>
                      </a:r>
                      <a:endParaRPr lang="de-DE" sz="1400" dirty="0">
                        <a:effectLst/>
                      </a:endParaRPr>
                    </a:p>
                  </a:txBody>
                  <a:tcPr marL="61913" marR="61913" marT="28575" marB="28575" anchor="ctr"/>
                </a:tc>
                <a:extLst>
                  <a:ext uri="{0D108BD9-81ED-4DB2-BD59-A6C34878D82A}">
                    <a16:rowId xmlns:a16="http://schemas.microsoft.com/office/drawing/2014/main" val="2516604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9439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5DAE8C-8D5C-4057-BEEA-EA0D9DE15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Forschungsfragen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A5AB695-3B89-4620-8F93-A3B7A22E6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64301"/>
            <a:ext cx="8234363" cy="3379199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de-DE" dirty="0"/>
              <a:t>Welche Unterschiede bei den Übersetzungen des Romanes Tale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Genji</a:t>
            </a:r>
            <a:r>
              <a:rPr lang="de-DE" dirty="0"/>
              <a:t> lassen sich mittels Distant Reading feststellen?  </a:t>
            </a:r>
          </a:p>
          <a:p>
            <a:pPr>
              <a:buFont typeface="Wingdings" panose="05000000000000000000" pitchFamily="2" charset="2"/>
              <a:buChar char="Ø"/>
            </a:pPr>
            <a:endParaRPr lang="de-DE" dirty="0"/>
          </a:p>
          <a:p>
            <a:pPr>
              <a:buFont typeface="Wingdings" panose="05000000000000000000" pitchFamily="2" charset="2"/>
              <a:buChar char="Ø"/>
            </a:pPr>
            <a:r>
              <a:rPr lang="de-DE" dirty="0"/>
              <a:t>Welche Themen beinhaltet der Roman und woran orientieren diese sich?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AC1F82D-0366-4EB8-9DDC-AF512A11AD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FCF9BA9-AB08-46E1-A235-3AC71B2FE2C1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6</a:t>
            </a:fld>
            <a:endParaRPr lang="de-DE" altLang="de-DE" sz="100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5722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AB9CA9-E32E-03CF-1D84-3C3BF46BE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Daten</a:t>
            </a:r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42D7C223-ED46-C6B0-F715-00E4060971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5591" y="1060170"/>
            <a:ext cx="1889084" cy="2949777"/>
          </a:xfr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509FBE8-DE52-8808-CD9F-0698A46051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FCF9BA9-AB08-46E1-A235-3AC71B2FE2C1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7</a:t>
            </a:fld>
            <a:endParaRPr lang="de-DE" altLang="de-DE" sz="100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The Tale of Genji: Introduction by Edward G. Seidensticker (Everyman's  Library Classics Series) : Murasaki Shikibu, Seidensticker, Edward G.,  Seidensticker, Edward G.: Amazon.de: Bücher">
            <a:extLst>
              <a:ext uri="{FF2B5EF4-FFF2-40B4-BE49-F238E27FC236}">
                <a16:creationId xmlns:a16="http://schemas.microsoft.com/office/drawing/2014/main" id="{A2DD8B91-D903-6E6E-3FFC-279A748428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329" y="1088189"/>
            <a:ext cx="1809106" cy="2913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708CE3A4-C01B-80B2-A74E-9805AAACE5D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895" t="5269" r="7701" b="4839"/>
          <a:stretch/>
        </p:blipFill>
        <p:spPr>
          <a:xfrm>
            <a:off x="4803089" y="1088189"/>
            <a:ext cx="1842847" cy="2913272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62B6BD45-5E8B-9061-DB36-C090BD598F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0591" y="1088189"/>
            <a:ext cx="1907324" cy="2893739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1445D4BB-EAC7-79DE-2E68-C76DAFEA07CC}"/>
              </a:ext>
            </a:extLst>
          </p:cNvPr>
          <p:cNvSpPr txBox="1"/>
          <p:nvPr/>
        </p:nvSpPr>
        <p:spPr>
          <a:xfrm>
            <a:off x="639689" y="3981928"/>
            <a:ext cx="155890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/>
              <a:t>Arthur </a:t>
            </a:r>
            <a:r>
              <a:rPr lang="de-DE" sz="1400" dirty="0" err="1"/>
              <a:t>Waley</a:t>
            </a:r>
            <a:endParaRPr lang="de-DE" sz="1400" dirty="0"/>
          </a:p>
          <a:p>
            <a:pPr algn="ctr"/>
            <a:r>
              <a:rPr lang="de-DE" sz="1400" dirty="0"/>
              <a:t>2010</a:t>
            </a:r>
          </a:p>
          <a:p>
            <a:pPr algn="ctr"/>
            <a:r>
              <a:rPr lang="de-DE" sz="1400" dirty="0"/>
              <a:t>Tuttle Publishing</a:t>
            </a:r>
          </a:p>
          <a:p>
            <a:endParaRPr lang="de-DE" sz="1400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A74901CD-63C6-9648-239F-C0626042A26E}"/>
              </a:ext>
            </a:extLst>
          </p:cNvPr>
          <p:cNvSpPr txBox="1"/>
          <p:nvPr/>
        </p:nvSpPr>
        <p:spPr>
          <a:xfrm>
            <a:off x="2559960" y="4009783"/>
            <a:ext cx="20678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/>
              <a:t>Edward Seidensticker</a:t>
            </a:r>
          </a:p>
          <a:p>
            <a:pPr algn="ctr"/>
            <a:r>
              <a:rPr lang="de-DE" sz="1400" dirty="0"/>
              <a:t>2014</a:t>
            </a:r>
          </a:p>
          <a:p>
            <a:pPr algn="ctr"/>
            <a:r>
              <a:rPr lang="de-DE" sz="1400" dirty="0"/>
              <a:t>University </a:t>
            </a:r>
            <a:r>
              <a:rPr lang="de-DE" sz="1400" dirty="0" err="1"/>
              <a:t>of</a:t>
            </a:r>
            <a:r>
              <a:rPr lang="de-DE" sz="1400" dirty="0"/>
              <a:t> Adelaide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C507BD23-6492-801A-30B8-24D443199F8D}"/>
              </a:ext>
            </a:extLst>
          </p:cNvPr>
          <p:cNvSpPr txBox="1"/>
          <p:nvPr/>
        </p:nvSpPr>
        <p:spPr>
          <a:xfrm>
            <a:off x="4945059" y="4027326"/>
            <a:ext cx="155890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/>
              <a:t>Royall Tyler</a:t>
            </a:r>
          </a:p>
          <a:p>
            <a:pPr algn="ctr"/>
            <a:r>
              <a:rPr lang="de-DE" sz="1400" dirty="0"/>
              <a:t>2003</a:t>
            </a:r>
          </a:p>
          <a:p>
            <a:pPr algn="ctr"/>
            <a:r>
              <a:rPr lang="de-DE" sz="1400" dirty="0"/>
              <a:t>Penguin Books</a:t>
            </a:r>
          </a:p>
          <a:p>
            <a:endParaRPr lang="de-DE" sz="1400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A78E22D9-D0EA-5306-7C14-BF2168649546}"/>
              </a:ext>
            </a:extLst>
          </p:cNvPr>
          <p:cNvSpPr txBox="1"/>
          <p:nvPr/>
        </p:nvSpPr>
        <p:spPr>
          <a:xfrm>
            <a:off x="6885798" y="4010744"/>
            <a:ext cx="212562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/>
              <a:t>Dennis Washburn</a:t>
            </a:r>
          </a:p>
          <a:p>
            <a:pPr algn="ctr"/>
            <a:r>
              <a:rPr lang="de-DE" sz="1400" dirty="0"/>
              <a:t>2015</a:t>
            </a:r>
          </a:p>
          <a:p>
            <a:pPr algn="ctr"/>
            <a:r>
              <a:rPr lang="de-DE" sz="1400" dirty="0"/>
              <a:t>W. W. Norton &amp; Company</a:t>
            </a:r>
          </a:p>
        </p:txBody>
      </p:sp>
    </p:spTree>
    <p:extLst>
      <p:ext uri="{BB962C8B-B14F-4D97-AF65-F5344CB8AC3E}">
        <p14:creationId xmlns:p14="http://schemas.microsoft.com/office/powerpoint/2010/main" val="1990681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5DAE8C-8D5C-4057-BEEA-EA0D9DE15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Datenaufbereitung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AC1F82D-0366-4EB8-9DDC-AF512A11AD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FCF9BA9-AB08-46E1-A235-3AC71B2FE2C1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8</a:t>
            </a:fld>
            <a:endParaRPr lang="de-DE" altLang="de-DE" sz="100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Inhaltsplatzhalter 2">
            <a:extLst>
              <a:ext uri="{FF2B5EF4-FFF2-40B4-BE49-F238E27FC236}">
                <a16:creationId xmlns:a16="http://schemas.microsoft.com/office/drawing/2014/main" id="{BB8D002B-7626-4753-A65E-017D9819A9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8478439"/>
              </p:ext>
            </p:extLst>
          </p:nvPr>
        </p:nvGraphicFramePr>
        <p:xfrm>
          <a:off x="457200" y="1223963"/>
          <a:ext cx="8234363" cy="337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509CA1E3-37F0-40AE-85A7-0481AD687801}"/>
              </a:ext>
            </a:extLst>
          </p:cNvPr>
          <p:cNvSpPr txBox="1">
            <a:spLocks/>
          </p:cNvSpPr>
          <p:nvPr/>
        </p:nvSpPr>
        <p:spPr>
          <a:xfrm>
            <a:off x="609600" y="1375892"/>
            <a:ext cx="8234363" cy="3379199"/>
          </a:xfrm>
          <a:prstGeom prst="rect">
            <a:avLst/>
          </a:prstGeom>
        </p:spPr>
        <p:txBody>
          <a:bodyPr>
            <a:noAutofit/>
          </a:bodyPr>
          <a:lstStyle>
            <a:lvl1pPr marL="269875" indent="-269875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D8413E"/>
              </a:buClr>
              <a:buFont typeface="Symbol" charset="2"/>
              <a:buChar char="-"/>
              <a:defRPr sz="1800" kern="1200">
                <a:solidFill>
                  <a:schemeClr val="tx1"/>
                </a:solidFill>
                <a:latin typeface="Arial"/>
                <a:ea typeface="MS PGothic" panose="020B0600070205080204" pitchFamily="34" charset="-128"/>
                <a:cs typeface="Arial"/>
              </a:defRPr>
            </a:lvl1pPr>
            <a:lvl2pPr marL="714375" indent="-257175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D8413E"/>
              </a:buClr>
              <a:buFont typeface="Symbol" charset="2"/>
              <a:buChar char="-"/>
              <a:defRPr sz="1600" kern="1200">
                <a:solidFill>
                  <a:schemeClr val="tx1"/>
                </a:solidFill>
                <a:latin typeface="Arial"/>
                <a:ea typeface="MS PGothic" panose="020B0600070205080204" pitchFamily="34" charset="-128"/>
                <a:cs typeface="Arial"/>
              </a:defRPr>
            </a:lvl2pPr>
            <a:lvl3pPr marL="1160463" indent="-246063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D8413E"/>
              </a:buClr>
              <a:buFont typeface="Symbol" charset="2"/>
              <a:buChar char="-"/>
              <a:defRPr sz="1600" kern="1200">
                <a:solidFill>
                  <a:schemeClr val="tx1"/>
                </a:solidFill>
                <a:latin typeface="Arial"/>
                <a:ea typeface="MS PGothic" panose="020B0600070205080204" pitchFamily="34" charset="-128"/>
                <a:cs typeface="Arial"/>
              </a:defRPr>
            </a:lvl3pPr>
            <a:lvl4pPr marL="1617663" indent="-246063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D8413E"/>
              </a:buClr>
              <a:buFont typeface="Symbol" charset="2"/>
              <a:buChar char="-"/>
              <a:defRPr sz="1600" kern="1200">
                <a:solidFill>
                  <a:schemeClr val="tx1"/>
                </a:solidFill>
                <a:latin typeface="Arial"/>
                <a:ea typeface="MS PGothic" panose="020B0600070205080204" pitchFamily="34" charset="-128"/>
                <a:cs typeface="Arial"/>
              </a:defRPr>
            </a:lvl4pPr>
            <a:lvl5pPr marL="2063750" indent="-2349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D8413E"/>
              </a:buClr>
              <a:buFont typeface="Symbol" charset="2"/>
              <a:buChar char="-"/>
              <a:defRPr sz="1600" kern="1200">
                <a:solidFill>
                  <a:schemeClr val="tx1"/>
                </a:solidFill>
                <a:latin typeface="Arial"/>
                <a:ea typeface="MS PGothic" panose="020B0600070205080204" pitchFamily="34" charset="-128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Symbol" charset="2"/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6257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34B372-AC40-3F3B-A9C4-B0259EFF9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Topic Modeling – </a:t>
            </a:r>
            <a:r>
              <a:rPr lang="de-DE" dirty="0" err="1"/>
              <a:t>What</a:t>
            </a:r>
            <a:r>
              <a:rPr lang="de-DE" dirty="0"/>
              <a:t>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6F408CD-D088-5A18-AF87-4BFE96492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Visualisierung der Topic Modeling Ergebnisse</a:t>
            </a:r>
          </a:p>
          <a:p>
            <a:r>
              <a:rPr lang="de-DE" dirty="0"/>
              <a:t>Ausschließlich Seidenstickers Version</a:t>
            </a:r>
          </a:p>
          <a:p>
            <a:r>
              <a:rPr lang="de-DE" dirty="0"/>
              <a:t>Topic Modeling mittels Python und </a:t>
            </a:r>
            <a:r>
              <a:rPr lang="de-DE" dirty="0" err="1"/>
              <a:t>Gensim</a:t>
            </a:r>
            <a:endParaRPr lang="de-DE" dirty="0"/>
          </a:p>
          <a:p>
            <a:r>
              <a:rPr lang="de-DE" dirty="0"/>
              <a:t>.</a:t>
            </a:r>
            <a:r>
              <a:rPr lang="de-DE" dirty="0" err="1"/>
              <a:t>txt</a:t>
            </a:r>
            <a:r>
              <a:rPr lang="de-DE" dirty="0"/>
              <a:t> mit </a:t>
            </a:r>
            <a:r>
              <a:rPr lang="de-DE" dirty="0" err="1"/>
              <a:t>Topicanzahl</a:t>
            </a:r>
            <a:r>
              <a:rPr lang="de-DE" dirty="0"/>
              <a:t>, Gewicht und Terme</a:t>
            </a:r>
          </a:p>
          <a:p>
            <a:r>
              <a:rPr lang="de-DE" dirty="0"/>
              <a:t>Hinweise auf Themen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BD35B41-6E46-C126-6C81-B4C8A4CA26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FCF9BA9-AB08-46E1-A235-3AC71B2FE2C1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9</a:t>
            </a:fld>
            <a:endParaRPr lang="de-DE" altLang="de-DE" sz="100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8919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135A7F-9AE9-8D5C-8F69-24F38F597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Topic Modeling – </a:t>
            </a:r>
            <a:r>
              <a:rPr lang="de-DE" dirty="0" err="1"/>
              <a:t>How</a:t>
            </a:r>
            <a:r>
              <a:rPr lang="de-DE" dirty="0"/>
              <a:t>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DA9D318-6046-B2D7-C8B0-798AD0BC9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Layout:</a:t>
            </a:r>
          </a:p>
          <a:p>
            <a:pPr lvl="1"/>
            <a:r>
              <a:rPr lang="de-DE" dirty="0"/>
              <a:t>Hierarchische Darstellung mit Kreisen als Knotenpunkte</a:t>
            </a:r>
          </a:p>
          <a:p>
            <a:pPr lvl="1"/>
            <a:r>
              <a:rPr lang="de-DE" dirty="0"/>
              <a:t>Gruppierung nach Topics</a:t>
            </a:r>
          </a:p>
          <a:p>
            <a:pPr lvl="1"/>
            <a:r>
              <a:rPr lang="de-DE" dirty="0"/>
              <a:t>Farbkontrast</a:t>
            </a:r>
          </a:p>
          <a:p>
            <a:r>
              <a:rPr lang="de-DE" dirty="0"/>
              <a:t>Interaktivität:</a:t>
            </a:r>
          </a:p>
          <a:p>
            <a:pPr lvl="1"/>
            <a:r>
              <a:rPr lang="de-DE" dirty="0"/>
              <a:t>Ein- und Ausklappen relevanter Topics</a:t>
            </a:r>
          </a:p>
          <a:p>
            <a:pPr lvl="1"/>
            <a:r>
              <a:rPr lang="de-DE" dirty="0"/>
              <a:t>Markieren von Termen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67C96D8-635A-8130-4DB0-76959FF5D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FCF9BA9-AB08-46E1-A235-3AC71B2FE2C1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10</a:t>
            </a:fld>
            <a:endParaRPr lang="de-DE" altLang="de-DE" sz="100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6373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909AA5-36F8-FD08-D8D6-F4BEF3697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Topic Modeling – Live Vorführung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35B9304-8741-97B5-9B87-3539112E0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6CC5FCA-7FE8-61D4-7055-B97068913D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FCF9BA9-AB08-46E1-A235-3AC71B2FE2C1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11</a:t>
            </a:fld>
            <a:endParaRPr lang="de-DE" altLang="de-DE" sz="100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5486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5DAE8C-8D5C-4057-BEEA-EA0D9DE15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Quellen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AC1F82D-0366-4EB8-9DDC-AF512A11AD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FCF9BA9-AB08-46E1-A235-3AC71B2FE2C1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12</a:t>
            </a:fld>
            <a:endParaRPr lang="de-DE" altLang="de-DE" sz="100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268CB750-32F1-472C-A7CD-7B2CAED9C0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de-DE" dirty="0">
                <a:hlinkClick r:id="rId2"/>
              </a:rPr>
              <a:t>https://www.artelino.com/artikel/genji-monogatari.asp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>
                <a:hlinkClick r:id="rId2"/>
              </a:rPr>
              <a:t>https://www.londonremembers.com/subjects/arthur-waley</a:t>
            </a:r>
            <a:endParaRPr lang="de-DE" dirty="0"/>
          </a:p>
          <a:p>
            <a:pPr marL="457200" indent="-457200">
              <a:buFont typeface="+mj-lt"/>
              <a:buAutoNum type="arabicPeriod"/>
            </a:pPr>
            <a:r>
              <a:rPr lang="de-DE" dirty="0">
                <a:hlinkClick r:id="rId3"/>
              </a:rPr>
              <a:t>https://commons.wikimedia.org/wiki/File:Edrawd_Seidensticker.JPG</a:t>
            </a:r>
            <a:endParaRPr lang="de-DE" dirty="0"/>
          </a:p>
          <a:p>
            <a:pPr marL="457200" indent="-457200">
              <a:buFont typeface="+mj-lt"/>
              <a:buAutoNum type="arabicPeriod"/>
            </a:pPr>
            <a:r>
              <a:rPr lang="de-DE" dirty="0">
                <a:hlinkClick r:id="rId4"/>
              </a:rPr>
              <a:t>https://isobarpress.com/authors/royall-tyler/</a:t>
            </a:r>
            <a:endParaRPr lang="de-DE" dirty="0"/>
          </a:p>
          <a:p>
            <a:pPr marL="457200" indent="-457200">
              <a:buFont typeface="+mj-lt"/>
              <a:buAutoNum type="arabicPeriod"/>
            </a:pPr>
            <a:r>
              <a:rPr lang="de-DE" dirty="0">
                <a:hlinkClick r:id="rId5"/>
              </a:rPr>
              <a:t>https://www.flickr.com/photos/dartmouthflickr/6036368226</a:t>
            </a:r>
            <a:endParaRPr lang="de-DE" dirty="0"/>
          </a:p>
          <a:p>
            <a:pPr marL="0" indent="0">
              <a:buNone/>
            </a:pPr>
            <a:r>
              <a:rPr lang="de-DE" b="0" i="0" u="none" strike="noStrike" dirty="0">
                <a:effectLst/>
                <a:latin typeface="-apple-system"/>
                <a:hlinkClick r:id="rId6"/>
              </a:rPr>
              <a:t>https://welovetranslations.com/2021/03/20/whats-the-best-translation-of-the-tale-of-genji/</a:t>
            </a:r>
            <a:endParaRPr lang="de-DE" dirty="0">
              <a:hlinkClick r:id="rId7"/>
            </a:endParaRPr>
          </a:p>
          <a:p>
            <a:pPr marL="0" indent="0">
              <a:buNone/>
            </a:pPr>
            <a:r>
              <a:rPr lang="de-DE" dirty="0">
                <a:hlinkClick r:id="rId7"/>
              </a:rPr>
              <a:t>https://wiki.harvard.edu/confluence/pages/viewpage.action?pageId=167446197</a:t>
            </a:r>
            <a:endParaRPr lang="de-DE" dirty="0"/>
          </a:p>
          <a:p>
            <a:pPr marL="0" indent="0">
              <a:buNone/>
            </a:pPr>
            <a:r>
              <a:rPr lang="de-DE" dirty="0">
                <a:hlinkClick r:id="rId8"/>
              </a:rPr>
              <a:t>https://genji.dl.itc.u-tokyo.ac.jp/</a:t>
            </a:r>
            <a:endParaRPr lang="de-DE" dirty="0"/>
          </a:p>
          <a:p>
            <a:pPr marL="0" indent="0">
              <a:buNone/>
            </a:pPr>
            <a:r>
              <a:rPr lang="de-DE" dirty="0">
                <a:hlinkClick r:id="rId9"/>
              </a:rPr>
              <a:t>https://towardsdatascience.com/semantic-similarity-using-transformers-8f3cb5bf66d6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509CA1E3-37F0-40AE-85A7-0481AD687801}"/>
              </a:ext>
            </a:extLst>
          </p:cNvPr>
          <p:cNvSpPr txBox="1">
            <a:spLocks/>
          </p:cNvSpPr>
          <p:nvPr/>
        </p:nvSpPr>
        <p:spPr>
          <a:xfrm>
            <a:off x="609600" y="1375892"/>
            <a:ext cx="8234363" cy="3379199"/>
          </a:xfrm>
          <a:prstGeom prst="rect">
            <a:avLst/>
          </a:prstGeom>
        </p:spPr>
        <p:txBody>
          <a:bodyPr>
            <a:noAutofit/>
          </a:bodyPr>
          <a:lstStyle>
            <a:lvl1pPr marL="269875" indent="-269875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D8413E"/>
              </a:buClr>
              <a:buFont typeface="Symbol" charset="2"/>
              <a:buChar char="-"/>
              <a:defRPr sz="1800" kern="1200">
                <a:solidFill>
                  <a:schemeClr val="tx1"/>
                </a:solidFill>
                <a:latin typeface="Arial"/>
                <a:ea typeface="MS PGothic" panose="020B0600070205080204" pitchFamily="34" charset="-128"/>
                <a:cs typeface="Arial"/>
              </a:defRPr>
            </a:lvl1pPr>
            <a:lvl2pPr marL="714375" indent="-257175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D8413E"/>
              </a:buClr>
              <a:buFont typeface="Symbol" charset="2"/>
              <a:buChar char="-"/>
              <a:defRPr sz="1600" kern="1200">
                <a:solidFill>
                  <a:schemeClr val="tx1"/>
                </a:solidFill>
                <a:latin typeface="Arial"/>
                <a:ea typeface="MS PGothic" panose="020B0600070205080204" pitchFamily="34" charset="-128"/>
                <a:cs typeface="Arial"/>
              </a:defRPr>
            </a:lvl2pPr>
            <a:lvl3pPr marL="1160463" indent="-246063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D8413E"/>
              </a:buClr>
              <a:buFont typeface="Symbol" charset="2"/>
              <a:buChar char="-"/>
              <a:defRPr sz="1600" kern="1200">
                <a:solidFill>
                  <a:schemeClr val="tx1"/>
                </a:solidFill>
                <a:latin typeface="Arial"/>
                <a:ea typeface="MS PGothic" panose="020B0600070205080204" pitchFamily="34" charset="-128"/>
                <a:cs typeface="Arial"/>
              </a:defRPr>
            </a:lvl3pPr>
            <a:lvl4pPr marL="1617663" indent="-246063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D8413E"/>
              </a:buClr>
              <a:buFont typeface="Symbol" charset="2"/>
              <a:buChar char="-"/>
              <a:defRPr sz="1600" kern="1200">
                <a:solidFill>
                  <a:schemeClr val="tx1"/>
                </a:solidFill>
                <a:latin typeface="Arial"/>
                <a:ea typeface="MS PGothic" panose="020B0600070205080204" pitchFamily="34" charset="-128"/>
                <a:cs typeface="Arial"/>
              </a:defRPr>
            </a:lvl4pPr>
            <a:lvl5pPr marL="2063750" indent="-2349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D8413E"/>
              </a:buClr>
              <a:buFont typeface="Symbol" charset="2"/>
              <a:buChar char="-"/>
              <a:defRPr sz="1600" kern="1200">
                <a:solidFill>
                  <a:schemeClr val="tx1"/>
                </a:solidFill>
                <a:latin typeface="Arial"/>
                <a:ea typeface="MS PGothic" panose="020B0600070205080204" pitchFamily="34" charset="-128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Symbol" charset="2"/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518699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65125" y="1584325"/>
            <a:ext cx="7985125" cy="561975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de-DE" dirty="0" err="1">
                <a:latin typeface="Arial"/>
                <a:ea typeface="+mj-ea"/>
                <a:cs typeface="Arial"/>
              </a:rPr>
              <a:t>Thanks</a:t>
            </a:r>
            <a:r>
              <a:rPr lang="de-DE" dirty="0">
                <a:latin typeface="Arial"/>
                <a:ea typeface="+mj-ea"/>
                <a:cs typeface="Arial"/>
              </a:rPr>
              <a:t>!</a:t>
            </a:r>
          </a:p>
        </p:txBody>
      </p:sp>
      <p:sp>
        <p:nvSpPr>
          <p:cNvPr id="33795" name="Inhaltsplatzhalter 2"/>
          <p:cNvSpPr>
            <a:spLocks noGrp="1"/>
          </p:cNvSpPr>
          <p:nvPr>
            <p:ph sz="half" idx="2"/>
          </p:nvPr>
        </p:nvSpPr>
        <p:spPr>
          <a:xfrm>
            <a:off x="365125" y="2449513"/>
            <a:ext cx="6924675" cy="2457450"/>
          </a:xfrm>
        </p:spPr>
        <p:txBody>
          <a:bodyPr/>
          <a:lstStyle/>
          <a:p>
            <a:r>
              <a:rPr lang="de-DE" altLang="de-DE" sz="1600" b="1" dirty="0">
                <a:latin typeface="Arial"/>
                <a:ea typeface="Arial Unicode MS"/>
                <a:cs typeface="Arial"/>
              </a:rPr>
              <a:t>Celine Conzen, Sabrina Rodriguez</a:t>
            </a:r>
            <a:endParaRPr lang="de-DE" altLang="de-DE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altLang="de-DE" sz="1600" b="1" dirty="0">
              <a:latin typeface="Arial"/>
              <a:ea typeface="Arial Unicode MS"/>
              <a:cs typeface="Arial"/>
            </a:endParaRPr>
          </a:p>
          <a:p>
            <a:r>
              <a:rPr lang="de-DE" altLang="de-DE" sz="1600" dirty="0">
                <a:latin typeface="Arial"/>
                <a:ea typeface="Arial Unicode MS"/>
                <a:cs typeface="Arial"/>
              </a:rPr>
              <a:t>Universität Leipzig</a:t>
            </a:r>
            <a:endParaRPr lang="de-DE" altLang="de-DE" sz="1600" dirty="0"/>
          </a:p>
          <a:p>
            <a:pPr eaLnBrk="1" hangingPunct="1"/>
            <a:endParaRPr lang="de-DE" altLang="de-DE" sz="1600" dirty="0"/>
          </a:p>
          <a:p>
            <a:endParaRPr lang="de-DE" altLang="de-DE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ster1_UniLeipzig_PPT Vorlage">
  <a:themeElements>
    <a:clrScheme name="Universität Leipzig">
      <a:dk1>
        <a:sysClr val="windowText" lastClr="000000"/>
      </a:dk1>
      <a:lt1>
        <a:sysClr val="window" lastClr="FFFFFF"/>
      </a:lt1>
      <a:dk2>
        <a:srgbClr val="262A31"/>
      </a:dk2>
      <a:lt2>
        <a:srgbClr val="FFFFFF"/>
      </a:lt2>
      <a:accent1>
        <a:srgbClr val="B02F2C"/>
      </a:accent1>
      <a:accent2>
        <a:srgbClr val="D64242"/>
      </a:accent2>
      <a:accent3>
        <a:srgbClr val="8AC2D1"/>
      </a:accent3>
      <a:accent4>
        <a:srgbClr val="262A31"/>
      </a:accent4>
      <a:accent5>
        <a:srgbClr val="EA9E9E"/>
      </a:accent5>
      <a:accent6>
        <a:srgbClr val="C9C9C9"/>
      </a:accent6>
      <a:hlink>
        <a:srgbClr val="B02F2C"/>
      </a:hlink>
      <a:folHlink>
        <a:srgbClr val="E06E6E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äsentation1_1.pptx [Schreibgeschützt]" id="{371B4078-FC80-4176-87CF-2E2AF6FFB179}" vid="{8598426D-789F-47AA-B5C5-41E233D8DAA7}"/>
    </a:ext>
  </a:extLst>
</a:theme>
</file>

<file path=ppt/theme/theme2.xml><?xml version="1.0" encoding="utf-8"?>
<a:theme xmlns:a="http://schemas.openxmlformats.org/drawingml/2006/main" name="Master2_UniLeipzig_PPT Vorlage">
  <a:themeElements>
    <a:clrScheme name="Universität Leipzig">
      <a:dk1>
        <a:sysClr val="windowText" lastClr="000000"/>
      </a:dk1>
      <a:lt1>
        <a:sysClr val="window" lastClr="FFFFFF"/>
      </a:lt1>
      <a:dk2>
        <a:srgbClr val="262A31"/>
      </a:dk2>
      <a:lt2>
        <a:srgbClr val="FFFFFF"/>
      </a:lt2>
      <a:accent1>
        <a:srgbClr val="B02F2C"/>
      </a:accent1>
      <a:accent2>
        <a:srgbClr val="D64242"/>
      </a:accent2>
      <a:accent3>
        <a:srgbClr val="8AC2D1"/>
      </a:accent3>
      <a:accent4>
        <a:srgbClr val="262A31"/>
      </a:accent4>
      <a:accent5>
        <a:srgbClr val="EA9E9E"/>
      </a:accent5>
      <a:accent6>
        <a:srgbClr val="C9C9C9"/>
      </a:accent6>
      <a:hlink>
        <a:srgbClr val="B02F2C"/>
      </a:hlink>
      <a:folHlink>
        <a:srgbClr val="E06E6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solidFill>
            <a:schemeClr val="accent1"/>
          </a:solidFill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>
          <a:defRPr i="0" smtClean="0">
            <a:latin typeface="+mn-lt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_1.pptx [Schreibgeschützt]" id="{371B4078-FC80-4176-87CF-2E2AF6FFB179}" vid="{FA029E8A-24EC-4EB8-BDFD-4B02FE2BFAA1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Musterfoliensatz_16zu9</Template>
  <TotalTime>0</TotalTime>
  <Words>460</Words>
  <Application>Microsoft Office PowerPoint</Application>
  <PresentationFormat>Bildschirmpräsentation (16:9)</PresentationFormat>
  <Paragraphs>118</Paragraphs>
  <Slides>13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9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13</vt:i4>
      </vt:variant>
    </vt:vector>
  </HeadingPairs>
  <TitlesOfParts>
    <vt:vector size="24" baseType="lpstr">
      <vt:lpstr>-apple-system</vt:lpstr>
      <vt:lpstr>Futura Book</vt:lpstr>
      <vt:lpstr>Arial</vt:lpstr>
      <vt:lpstr>Arial</vt:lpstr>
      <vt:lpstr>Calibri</vt:lpstr>
      <vt:lpstr>Open Sans</vt:lpstr>
      <vt:lpstr>Symbol</vt:lpstr>
      <vt:lpstr>Verdana</vt:lpstr>
      <vt:lpstr>Wingdings</vt:lpstr>
      <vt:lpstr>Master1_UniLeipzig_PPT Vorlage</vt:lpstr>
      <vt:lpstr>Master2_UniLeipzig_PPT Vorlage</vt:lpstr>
      <vt:lpstr>The Tale of Genji</vt:lpstr>
      <vt:lpstr>The Tale of Genji</vt:lpstr>
      <vt:lpstr>Digital Tale of Genji</vt:lpstr>
      <vt:lpstr>PowerPoint-Präsentation</vt:lpstr>
      <vt:lpstr>Editions</vt:lpstr>
      <vt:lpstr>Forschungsfragen</vt:lpstr>
      <vt:lpstr>Daten</vt:lpstr>
      <vt:lpstr>Datenaufbereitung</vt:lpstr>
      <vt:lpstr>Topic Modeling – What?</vt:lpstr>
      <vt:lpstr>Topic Modeling – How?</vt:lpstr>
      <vt:lpstr>Topic Modeling – Live Vorführung</vt:lpstr>
      <vt:lpstr>Quellen</vt:lpstr>
      <vt:lpstr>Thanks!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Elizabet Lorenz</dc:creator>
  <cp:lastModifiedBy>Rodriguez Grillo, Sabrina</cp:lastModifiedBy>
  <cp:revision>35</cp:revision>
  <cp:lastPrinted>2017-09-28T12:33:25Z</cp:lastPrinted>
  <dcterms:created xsi:type="dcterms:W3CDTF">2022-06-20T15:17:52Z</dcterms:created>
  <dcterms:modified xsi:type="dcterms:W3CDTF">2023-07-06T10:17:52Z</dcterms:modified>
</cp:coreProperties>
</file>